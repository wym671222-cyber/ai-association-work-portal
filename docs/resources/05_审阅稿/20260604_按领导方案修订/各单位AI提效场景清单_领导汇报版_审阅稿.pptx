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4ddf829cc44e50" /><Relationship Type="http://schemas.openxmlformats.org/officeDocument/2006/relationships/extended-properties" Target="/docProps/app.xml" Id="R6e208ce17bbb44df" /><Relationship Type="http://schemas.openxmlformats.org/officeDocument/2006/relationships/officeDocument" Target="/ppt/presentation.xml" Id="R03ded674d6674c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d751e642ae415d"/>
  </p:sldMasterIdLst>
  <p:notesMasterIdLst>
    <p:notesMasterId xmlns:r="http://schemas.openxmlformats.org/officeDocument/2006/relationships" r:id="Re3933440beb34add"/>
  </p:notesMasterIdLst>
  <p:sldIdLst>
    <p:sldId xmlns:r="http://schemas.openxmlformats.org/officeDocument/2006/relationships" id="256" r:id="Rd12a26ca96ce4cc0"/>
    <p:sldId xmlns:r="http://schemas.openxmlformats.org/officeDocument/2006/relationships" id="257" r:id="R44211f3af5844972"/>
    <p:sldId xmlns:r="http://schemas.openxmlformats.org/officeDocument/2006/relationships" id="258" r:id="R9c9dcd5dd803494c"/>
    <p:sldId xmlns:r="http://schemas.openxmlformats.org/officeDocument/2006/relationships" id="259" r:id="R20047327cc244901"/>
    <p:sldId xmlns:r="http://schemas.openxmlformats.org/officeDocument/2006/relationships" id="260" r:id="R0800b0eb3bd640ca"/>
    <p:sldId xmlns:r="http://schemas.openxmlformats.org/officeDocument/2006/relationships" id="261" r:id="R379e7f47240546dd"/>
    <p:sldId xmlns:r="http://schemas.openxmlformats.org/officeDocument/2006/relationships" id="262" r:id="R31baf12602004710"/>
    <p:sldId xmlns:r="http://schemas.openxmlformats.org/officeDocument/2006/relationships" id="263" r:id="R3ac54423bfea4e10"/>
    <p:sldId xmlns:r="http://schemas.openxmlformats.org/officeDocument/2006/relationships" id="264" r:id="Rf78e9450b2f746d5"/>
    <p:sldId xmlns:r="http://schemas.openxmlformats.org/officeDocument/2006/relationships" id="265" r:id="Ra20abaad690f48cd"/>
    <p:sldId xmlns:r="http://schemas.openxmlformats.org/officeDocument/2006/relationships" id="266" r:id="R677bc845630f4209"/>
    <p:sldId xmlns:r="http://schemas.openxmlformats.org/officeDocument/2006/relationships" id="267" r:id="Recc7c2bd76df4b77"/>
    <p:sldId xmlns:r="http://schemas.openxmlformats.org/officeDocument/2006/relationships" id="268" r:id="R16cd82747b424e9f"/>
    <p:sldId xmlns:r="http://schemas.openxmlformats.org/officeDocument/2006/relationships" id="269" r:id="Rc0f822923c8e4b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75aa12dae4366" /><Relationship Type="http://schemas.openxmlformats.org/officeDocument/2006/relationships/slideMaster" Target="/ppt/slideMasters/slideMaster1.xml" Id="R9ed751e642ae415d" /><Relationship Type="http://schemas.openxmlformats.org/officeDocument/2006/relationships/notesMaster" Target="/ppt/notesMasters/notesMaster1.xml" Id="Re3933440beb34add" /><Relationship Type="http://schemas.openxmlformats.org/officeDocument/2006/relationships/presProps" Target="/ppt/presProps.xml" Id="Rdbf0be562e3f44f1" /><Relationship Type="http://schemas.openxmlformats.org/officeDocument/2006/relationships/viewProps" Target="/ppt/viewProps.xml" Id="Rc645990a8689475b" /><Relationship Type="http://schemas.openxmlformats.org/officeDocument/2006/relationships/tableStyles" Target="/ppt/tableStyles.xml" Id="Re19da4e348fe46f1" /><Relationship Type="http://schemas.openxmlformats.org/officeDocument/2006/relationships/slide" Target="/ppt/slides/slide1.xml" Id="Rd12a26ca96ce4cc0" /><Relationship Type="http://schemas.openxmlformats.org/officeDocument/2006/relationships/slide" Target="/ppt/slides/slide2.xml" Id="R44211f3af5844972" /><Relationship Type="http://schemas.openxmlformats.org/officeDocument/2006/relationships/slide" Target="/ppt/slides/slide3.xml" Id="R9c9dcd5dd803494c" /><Relationship Type="http://schemas.openxmlformats.org/officeDocument/2006/relationships/slide" Target="/ppt/slides/slide4.xml" Id="R20047327cc244901" /><Relationship Type="http://schemas.openxmlformats.org/officeDocument/2006/relationships/slide" Target="/ppt/slides/slide5.xml" Id="R0800b0eb3bd640ca" /><Relationship Type="http://schemas.openxmlformats.org/officeDocument/2006/relationships/slide" Target="/ppt/slides/slide6.xml" Id="R379e7f47240546dd" /><Relationship Type="http://schemas.openxmlformats.org/officeDocument/2006/relationships/slide" Target="/ppt/slides/slide7.xml" Id="R31baf12602004710" /><Relationship Type="http://schemas.openxmlformats.org/officeDocument/2006/relationships/slide" Target="/ppt/slides/slide8.xml" Id="R3ac54423bfea4e10" /><Relationship Type="http://schemas.openxmlformats.org/officeDocument/2006/relationships/slide" Target="/ppt/slides/slide9.xml" Id="Rf78e9450b2f746d5" /><Relationship Type="http://schemas.openxmlformats.org/officeDocument/2006/relationships/slide" Target="/ppt/slides/slide10.xml" Id="Ra20abaad690f48cd" /><Relationship Type="http://schemas.openxmlformats.org/officeDocument/2006/relationships/slide" Target="/ppt/slides/slide11.xml" Id="R677bc845630f4209" /><Relationship Type="http://schemas.openxmlformats.org/officeDocument/2006/relationships/slide" Target="/ppt/slides/slide12.xml" Id="Recc7c2bd76df4b77" /><Relationship Type="http://schemas.openxmlformats.org/officeDocument/2006/relationships/slide" Target="/ppt/slides/slide13.xml" Id="R16cd82747b424e9f" /><Relationship Type="http://schemas.openxmlformats.org/officeDocument/2006/relationships/slide" Target="/ppt/slides/slide14.xml" Id="Rc0f822923c8e4b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53abe288d1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bc42b100746b5" /><Relationship Type="http://schemas.openxmlformats.org/officeDocument/2006/relationships/notesMaster" Target="/ppt/notesMasters/notesMaster1.xml" Id="R8967d2f4adce41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04185406744d1c" /><Relationship Type="http://schemas.openxmlformats.org/officeDocument/2006/relationships/notesMaster" Target="/ppt/notesMasters/notesMaster1.xml" Id="Rf0b7e46e397b4d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923f4f29e440c" /><Relationship Type="http://schemas.openxmlformats.org/officeDocument/2006/relationships/notesMaster" Target="/ppt/notesMasters/notesMaster1.xml" Id="R7972dd2e082f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120d71935e4ce8" /><Relationship Type="http://schemas.openxmlformats.org/officeDocument/2006/relationships/notesMaster" Target="/ppt/notesMasters/notesMaster1.xml" Id="Re905cf11f86b4f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4940b489640b1" /><Relationship Type="http://schemas.openxmlformats.org/officeDocument/2006/relationships/notesMaster" Target="/ppt/notesMasters/notesMaster1.xml" Id="R1ebf06d31d4046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5580235df64a1f" /><Relationship Type="http://schemas.openxmlformats.org/officeDocument/2006/relationships/notesMaster" Target="/ppt/notesMasters/notesMaster1.xml" Id="Rf496a9e344fa46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30adb5bc0044b3" /><Relationship Type="http://schemas.openxmlformats.org/officeDocument/2006/relationships/notesMaster" Target="/ppt/notesMasters/notesMaster1.xml" Id="Reeaadb452fc545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cf84df07ad4149" /><Relationship Type="http://schemas.openxmlformats.org/officeDocument/2006/relationships/notesMaster" Target="/ppt/notesMasters/notesMaster1.xml" Id="R53eab0fd9f8d42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a98b37754b4059" /><Relationship Type="http://schemas.openxmlformats.org/officeDocument/2006/relationships/notesMaster" Target="/ppt/notesMasters/notesMaster1.xml" Id="Rd204afdc8e0144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5d1d3e7f94bf8" /><Relationship Type="http://schemas.openxmlformats.org/officeDocument/2006/relationships/notesMaster" Target="/ppt/notesMasters/notesMaster1.xml" Id="R06f37167b3b04c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744a83a48c4ef5" /><Relationship Type="http://schemas.openxmlformats.org/officeDocument/2006/relationships/notesMaster" Target="/ppt/notesMasters/notesMaster1.xml" Id="Ra8b6d6609d984a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b96c37b2af4f85" /><Relationship Type="http://schemas.openxmlformats.org/officeDocument/2006/relationships/notesMaster" Target="/ppt/notesMasters/notesMaster1.xml" Id="Reead711be49941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b2515646c14063" /><Relationship Type="http://schemas.openxmlformats.org/officeDocument/2006/relationships/notesMaster" Target="/ppt/notesMasters/notesMaster1.xml" Id="Rf979a369b9894c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9443b6ad974460" /><Relationship Type="http://schemas.openxmlformats.org/officeDocument/2006/relationships/notesMaster" Target="/ppt/notesMasters/notesMaster1.xml" Id="Re7f89139b86241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7ecdaf64d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2aba103698471e" /><Relationship Type="http://schemas.openxmlformats.org/officeDocument/2006/relationships/slideLayout" Target="/ppt/slideLayouts/slideLayout1.xml" Id="R6a6f376e249d4b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6f376e249d4b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37c0a44324200" /><Relationship Type="http://schemas.openxmlformats.org/officeDocument/2006/relationships/notesSlide" Target="/ppt/notesSlides/notesSlide1.xml" Id="Rf4b0c58eb8ce43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b3acc463a4174" /><Relationship Type="http://schemas.openxmlformats.org/officeDocument/2006/relationships/notesSlide" Target="/ppt/notesSlides/notesSlide2.xml" Id="R227ed165c30e44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01a6bba7346ff" /><Relationship Type="http://schemas.openxmlformats.org/officeDocument/2006/relationships/notesSlide" Target="/ppt/notesSlides/notesSlide3.xml" Id="R30a61367f3ee42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3195a21cf48a8" /><Relationship Type="http://schemas.openxmlformats.org/officeDocument/2006/relationships/notesSlide" Target="/ppt/notesSlides/notesSlide4.xml" Id="R78cff2a3d95a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76b09720c4d70" /><Relationship Type="http://schemas.openxmlformats.org/officeDocument/2006/relationships/notesSlide" Target="/ppt/notesSlides/notesSlide5.xml" Id="Rb56188cb3fb144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fa6d0a1884a87" /><Relationship Type="http://schemas.openxmlformats.org/officeDocument/2006/relationships/notesSlide" Target="/ppt/notesSlides/notesSlide6.xml" Id="R29956657b88747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59b295fe249a7" /><Relationship Type="http://schemas.openxmlformats.org/officeDocument/2006/relationships/notesSlide" Target="/ppt/notesSlides/notesSlide7.xml" Id="R97db03faaaae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4a38e9dc448af" /><Relationship Type="http://schemas.openxmlformats.org/officeDocument/2006/relationships/notesSlide" Target="/ppt/notesSlides/notesSlide8.xml" Id="R4c1caad6a4c541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f01b7c1ee42fd" /><Relationship Type="http://schemas.openxmlformats.org/officeDocument/2006/relationships/notesSlide" Target="/ppt/notesSlides/notesSlide9.xml" Id="R92d363957d514d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ba49f0a874c1e" /><Relationship Type="http://schemas.openxmlformats.org/officeDocument/2006/relationships/notesSlide" Target="/ppt/notesSlides/notesSlide10.xml" Id="Rbc5ac5e570bb4c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6176d3b8c4392" /><Relationship Type="http://schemas.openxmlformats.org/officeDocument/2006/relationships/notesSlide" Target="/ppt/notesSlides/notesSlide11.xml" Id="Re9646760150244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ab50d4ab141b3" /><Relationship Type="http://schemas.openxmlformats.org/officeDocument/2006/relationships/notesSlide" Target="/ppt/notesSlides/notesSlide12.xml" Id="Rb13c6fd83a1d42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87e7c5d74469d" /><Relationship Type="http://schemas.openxmlformats.org/officeDocument/2006/relationships/notesSlide" Target="/ppt/notesSlides/notesSlide13.xml" Id="R1e69a30d352845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6244d3bce4f3f" /><Relationship Type="http://schemas.openxmlformats.org/officeDocument/2006/relationships/notesSlide" Target="/ppt/notesSlides/notesSlide14.xml" Id="R3c6cc125521f4a2f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">
            <a:extLst>
              <a:ext uri="{FF2B5EF4-FFF2-40B4-BE49-F238E27FC236}">
                <ns2:creationId id="{C6888EEA-0F54-4F8D-B389-73476B24B3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49962143-DACA-434B-83DA-710638275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2201917-06A7-4B22-9A6F-5D2885548900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762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深圳市安居建业投资运营有限公司</a:t>
            </a:r>
          </a:p>
        </p:txBody>
      </p:sp>
      <p:sp>
        <p:nvSpPr>
          <p:cNvPr id="4" name="">
            <a:extLst>
              <a:ext uri="{FF2B5EF4-FFF2-40B4-BE49-F238E27FC236}">
                <ns2:creationId id="{49B5AADB-42FE-4C78-945A-4FBBCA03E578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6667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各单位AI探索方向清单领导汇报版</a:t>
            </a:r>
          </a:p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">
            <a:extLst>
              <a:ext uri="{FF2B5EF4-FFF2-40B4-BE49-F238E27FC236}">
                <ns2:creationId id="{B24A0ADF-0C91-4F11-9CBC-BA7AA0B3A9E3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5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围绕竹网行动，将23个正式业务单位的问卷证据转化为对接人、2-3个探索方向、一页纸计划、交流会汇报和OA模块候选台账。</a:t>
            </a:r>
          </a:p>
        </p:txBody>
      </p:sp>
      <p:sp>
        <p:nvSpPr>
          <p:cNvPr id="6" name="metric-1-有效答卷">
            <a:extLst>
              <a:ext uri="{FF2B5EF4-FFF2-40B4-BE49-F238E27FC236}">
                <ns2:creationId id="{D8AA5A58-FB8C-4410-A0E0-2B7683C6099B}"/>
              </a:ext>
            </a:extLst>
          </p:cNvPr>
          <p:cNvSpPr>
            <a:spLocks noGrp="1"/>
          </p:cNvSpPr>
          <p:nvPr/>
        </p:nvSpPr>
        <p:spPr>
          <a:xfrm>
            <a:off x="8096250" y="121920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AD8DE5C7-B295-4937-A541-99F7939F55D1}"/>
              </a:ext>
            </a:extLst>
          </p:cNvPr>
          <p:cNvSpPr>
            <a:spLocks noGrp="1"/>
          </p:cNvSpPr>
          <p:nvPr/>
        </p:nvSpPr>
        <p:spPr>
          <a:xfrm>
            <a:off x="8229600" y="135255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134份</a:t>
            </a:r>
          </a:p>
        </p:txBody>
      </p:sp>
      <p:sp>
        <p:nvSpPr>
          <p:cNvPr id="8" name="">
            <a:extLst>
              <a:ext uri="{FF2B5EF4-FFF2-40B4-BE49-F238E27FC236}">
                <ns2:creationId id="{53367279-ACAF-4492-BA2A-CED2AFDE41A3}"/>
              </a:ext>
            </a:extLst>
          </p:cNvPr>
          <p:cNvSpPr>
            <a:spLocks noGrp="1"/>
          </p:cNvSpPr>
          <p:nvPr/>
        </p:nvSpPr>
        <p:spPr>
          <a:xfrm>
            <a:off x="8229600" y="17621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有效答卷</a:t>
            </a:r>
          </a:p>
        </p:txBody>
      </p:sp>
      <p:sp>
        <p:nvSpPr>
          <p:cNvPr id="9" name="">
            <a:extLst>
              <a:ext uri="{FF2B5EF4-FFF2-40B4-BE49-F238E27FC236}">
                <ns2:creationId id="{9469C5D0-0D41-4148-958D-93C980EAFFC5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作为支撑材料</a:t>
            </a:r>
          </a:p>
        </p:txBody>
      </p:sp>
      <p:sp>
        <p:nvSpPr>
          <p:cNvPr id="10" name="metric-1-正式业务单位">
            <a:extLst>
              <a:ext uri="{FF2B5EF4-FFF2-40B4-BE49-F238E27FC236}">
                <ns2:creationId id="{8F474946-EB1A-4B6E-9514-36FAA6345FDA}"/>
              </a:ext>
            </a:extLst>
          </p:cNvPr>
          <p:cNvSpPr>
            <a:spLocks noGrp="1"/>
          </p:cNvSpPr>
          <p:nvPr/>
        </p:nvSpPr>
        <p:spPr>
          <a:xfrm>
            <a:off x="9982200" y="121920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66695C0A-2944-40EE-959E-A2DD66387D3C}"/>
              </a:ext>
            </a:extLst>
          </p:cNvPr>
          <p:cNvSpPr>
            <a:spLocks noGrp="1"/>
          </p:cNvSpPr>
          <p:nvPr/>
        </p:nvSpPr>
        <p:spPr>
          <a:xfrm>
            <a:off x="10115550" y="135255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23个</a:t>
            </a:r>
          </a:p>
        </p:txBody>
      </p:sp>
      <p:sp>
        <p:nvSpPr>
          <p:cNvPr id="12" name="">
            <a:extLst>
              <a:ext uri="{FF2B5EF4-FFF2-40B4-BE49-F238E27FC236}">
                <ns2:creationId id="{247CB6F5-C673-4422-9873-AC9B15DD4ED8}"/>
              </a:ext>
            </a:extLst>
          </p:cNvPr>
          <p:cNvSpPr>
            <a:spLocks noGrp="1"/>
          </p:cNvSpPr>
          <p:nvPr/>
        </p:nvSpPr>
        <p:spPr>
          <a:xfrm>
            <a:off x="10115550" y="17621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正式业务单位</a:t>
            </a:r>
          </a:p>
        </p:txBody>
      </p:sp>
      <p:sp>
        <p:nvSpPr>
          <p:cNvPr id="13" name="">
            <a:extLst>
              <a:ext uri="{FF2B5EF4-FFF2-40B4-BE49-F238E27FC236}">
                <ns2:creationId id="{C7FD4C52-D9A8-4050-AB62-A630ABF7D0D0}"/>
              </a:ext>
            </a:extLst>
          </p:cNvPr>
          <p:cNvSpPr>
            <a:spLocks noGrp="1"/>
          </p:cNvSpPr>
          <p:nvPr/>
        </p:nvSpPr>
        <p:spPr>
          <a:xfrm>
            <a:off x="10115550" y="20002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全部进入探索网络</a:t>
            </a:r>
          </a:p>
        </p:txBody>
      </p:sp>
      <p:sp>
        <p:nvSpPr>
          <p:cNvPr id="14" name="metric-1-中心/汇总单元">
            <a:extLst>
              <a:ext uri="{FF2B5EF4-FFF2-40B4-BE49-F238E27FC236}">
                <ns2:creationId id="{DB32F058-3AF2-46BE-A10B-94701C691B0D}"/>
              </a:ext>
            </a:extLst>
          </p:cNvPr>
          <p:cNvSpPr>
            <a:spLocks noGrp="1"/>
          </p:cNvSpPr>
          <p:nvPr/>
        </p:nvSpPr>
        <p:spPr>
          <a:xfrm>
            <a:off x="8096250" y="245745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952B14E2-DDBB-4C8B-96A8-A58CE879E84D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2-3个</a:t>
            </a:r>
          </a:p>
        </p:txBody>
      </p:sp>
      <p:sp>
        <p:nvSpPr>
          <p:cNvPr id="16" name="">
            <a:extLst>
              <a:ext uri="{FF2B5EF4-FFF2-40B4-BE49-F238E27FC236}">
                <ns2:creationId id="{A705DF75-95D3-4D65-9762-822182F27D0E}"/>
              </a:ext>
            </a:extLst>
          </p:cNvPr>
          <p:cNvSpPr>
            <a:spLocks noGrp="1"/>
          </p:cNvSpPr>
          <p:nvPr/>
        </p:nvSpPr>
        <p:spPr>
          <a:xfrm>
            <a:off x="8229600" y="300037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每单位探索方向</a:t>
            </a:r>
          </a:p>
        </p:txBody>
      </p:sp>
      <p:sp>
        <p:nvSpPr>
          <p:cNvPr id="17" name="">
            <a:extLst>
              <a:ext uri="{FF2B5EF4-FFF2-40B4-BE49-F238E27FC236}">
                <ns2:creationId id="{26EC7991-DABC-4318-862B-9DF3569BD1EE}"/>
              </a:ext>
            </a:extLst>
          </p:cNvPr>
          <p:cNvSpPr>
            <a:spLocks noGrp="1"/>
          </p:cNvSpPr>
          <p:nvPr/>
        </p:nvSpPr>
        <p:spPr>
          <a:xfrm>
            <a:off x="8229600" y="32385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会后2周确认</a:t>
            </a:r>
          </a:p>
        </p:txBody>
      </p:sp>
      <p:sp>
        <p:nvSpPr>
          <p:cNvPr id="18" name="metric-1-重点试点建议">
            <a:extLst>
              <a:ext uri="{FF2B5EF4-FFF2-40B4-BE49-F238E27FC236}">
                <ns2:creationId id="{6C7DAC6F-2517-4F51-ADD8-F5C4E7161966}"/>
              </a:ext>
            </a:extLst>
          </p:cNvPr>
          <p:cNvSpPr>
            <a:spLocks noGrp="1"/>
          </p:cNvSpPr>
          <p:nvPr/>
        </p:nvSpPr>
        <p:spPr>
          <a:xfrm>
            <a:off x="9982200" y="2457450"/>
            <a:ext cx="1714500" cy="106680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BB5AA731-9E94-4CCE-AFC0-6AF8053F4A2F}"/>
              </a:ext>
            </a:extLst>
          </p:cNvPr>
          <p:cNvSpPr>
            <a:spLocks noGrp="1"/>
          </p:cNvSpPr>
          <p:nvPr/>
        </p:nvSpPr>
        <p:spPr>
          <a:xfrm>
            <a:off x="10115550" y="259080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一页纸</a:t>
            </a:r>
          </a:p>
        </p:txBody>
      </p:sp>
      <p:sp>
        <p:nvSpPr>
          <p:cNvPr id="20" name="">
            <a:extLst>
              <a:ext uri="{FF2B5EF4-FFF2-40B4-BE49-F238E27FC236}">
                <ns2:creationId id="{66411343-B3E9-4EE1-9987-ABF930B3ACE3}"/>
              </a:ext>
            </a:extLst>
          </p:cNvPr>
          <p:cNvSpPr>
            <a:spLocks noGrp="1"/>
          </p:cNvSpPr>
          <p:nvPr/>
        </p:nvSpPr>
        <p:spPr>
          <a:xfrm>
            <a:off x="10115550" y="300037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AI探索计划</a:t>
            </a:r>
          </a:p>
        </p:txBody>
      </p:sp>
      <p:sp>
        <p:nvSpPr>
          <p:cNvPr id="21" name="">
            <a:extLst>
              <a:ext uri="{FF2B5EF4-FFF2-40B4-BE49-F238E27FC236}">
                <ns2:creationId id="{00C30C9D-C6A1-43FB-A099-35F15D326B1E}"/>
              </a:ext>
            </a:extLst>
          </p:cNvPr>
          <p:cNvSpPr>
            <a:spLocks noGrp="1"/>
          </p:cNvSpPr>
          <p:nvPr/>
        </p:nvSpPr>
        <p:spPr>
          <a:xfrm>
            <a:off x="10115550" y="32385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会后1个月提交</a:t>
            </a:r>
          </a:p>
        </p:txBody>
      </p:sp>
      <p:sp>
        <p:nvSpPr>
          <p:cNvPr id="22" name="scene-cover-callout">
            <a:extLst>
              <a:ext uri="{FF2B5EF4-FFF2-40B4-BE49-F238E27FC236}">
                <ns2:creationId id="{B5FA1C28-6BDC-45BF-A7C0-48D54AE69C08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11049000" cy="704850"/>
          </a:xfrm>
          <a:prstGeom prst="rect">
            <a:avLst/>
          </a:prstGeom>
          <a:solidFill>
            <a:srgbClr val="183B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49E9B5CA-99A5-4B9A-B8F2-ACA543FE4BA0}"/>
              </a:ext>
            </a:extLst>
          </p:cNvPr>
          <p:cNvSpPr>
            <a:spLocks noGrp="1"/>
          </p:cNvSpPr>
          <p:nvPr/>
        </p:nvSpPr>
        <p:spPr>
          <a:xfrm>
            <a:off x="857250" y="4905375"/>
            <a:ext cx="1047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OA模块</a:t>
            </a:r>
          </a:p>
        </p:txBody>
      </p:sp>
      <p:sp>
        <p:nvSpPr>
          <p:cNvPr id="24" name="footer-rule-1">
            <a:extLst>
              <a:ext uri="{FF2B5EF4-FFF2-40B4-BE49-F238E27FC236}">
                <ns2:creationId id="{DA74EF6F-FBE4-4CB1-8324-81BAAD026EB0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3653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ooter-source-1">
            <a:extLst>
              <a:ext uri="{FF2B5EF4-FFF2-40B4-BE49-F238E27FC236}">
                <ns2:creationId id="{75556058-21A9-4044-8923-0E69303F623C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成熟场景固化</a:t>
            </a:r>
          </a:p>
        </p:txBody>
      </p:sp>
      <p:sp>
        <p:nvSpPr>
          <p:cNvPr id="26" name="footer-page-1">
            <a:extLst>
              <a:ext uri="{FF2B5EF4-FFF2-40B4-BE49-F238E27FC236}">
                <ns2:creationId id="{C885EB5F-7344-46B2-9795-9C66B0C2A8BE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022492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2">
            <a:extLst>
              <a:ext uri="{FF2B5EF4-FFF2-40B4-BE49-F238E27FC236}">
                <ns2:creationId id="{20B966A7-CCFE-4168-8CF7-AD6276C69A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ns2:creationId id="{D22A2804-912C-4E39-A125-E82CD2CA9D6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ns2:creationId id="{3C2D2201-5F8B-4209-9DEA-07ECB23E37C5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领导方案口径</a:t>
            </a:r>
          </a:p>
        </p:txBody>
      </p:sp>
      <p:sp>
        <p:nvSpPr>
          <p:cNvPr id="4" name="title-2">
            <a:extLst>
              <a:ext uri="{FF2B5EF4-FFF2-40B4-BE49-F238E27FC236}">
                <ns2:creationId id="{F915F479-04D5-4D45-9FC6-EBC86BF84728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场景清单服务竹网行动，不再作为单独项目竞赛清单</a:t>
            </a:r>
          </a:p>
        </p:txBody>
      </p:sp>
      <p:sp>
        <p:nvSpPr>
          <p:cNvPr id="5" name="support-2">
            <a:extLst>
              <a:ext uri="{FF2B5EF4-FFF2-40B4-BE49-F238E27FC236}">
                <ns2:creationId id="{609E7C13-6EB6-4307-B155-60ED58135E6B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清单的作用是支撑各单位业务深耕、薪火计划选题和OA模块候选筛选。</a:t>
            </a:r>
          </a:p>
        </p:txBody>
      </p:sp>
      <p:sp>
        <p:nvSpPr>
          <p:cNvPr id="6" name="metric-2-高频使用占比">
            <a:extLst>
              <a:ext uri="{FF2B5EF4-FFF2-40B4-BE49-F238E27FC236}">
                <ns2:creationId id="{0C30DCC4-6CDD-4811-AAFB-C3292A9F02A0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2000250" cy="106680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1355DB2D-C7F3-41BA-8F0D-C32D8D78D1F6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竹网行动</a:t>
            </a:r>
          </a:p>
        </p:txBody>
      </p:sp>
      <p:sp>
        <p:nvSpPr>
          <p:cNvPr id="8" name="">
            <a:extLst>
              <a:ext uri="{FF2B5EF4-FFF2-40B4-BE49-F238E27FC236}">
                <ns2:creationId id="{58858194-6721-4020-9CE2-D185A94DFB8D}"/>
              </a:ext>
            </a:extLst>
          </p:cNvPr>
          <p:cNvSpPr>
            <a:spLocks noGrp="1"/>
          </p:cNvSpPr>
          <p:nvPr/>
        </p:nvSpPr>
        <p:spPr>
          <a:xfrm>
            <a:off x="704850" y="25431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破土/拔节/成林/扎根</a:t>
            </a:r>
          </a:p>
        </p:txBody>
      </p:sp>
      <p:sp>
        <p:nvSpPr>
          <p:cNvPr id="9" name="">
            <a:extLst>
              <a:ext uri="{FF2B5EF4-FFF2-40B4-BE49-F238E27FC236}">
                <ns2:creationId id="{C60C4416-A8AA-4D1C-AACC-C87253D56C59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兴趣驱动到系统扎根</a:t>
            </a:r>
          </a:p>
        </p:txBody>
      </p:sp>
      <p:sp>
        <p:nvSpPr>
          <p:cNvPr id="10" name="metric-2-文案创作">
            <a:extLst>
              <a:ext uri="{FF2B5EF4-FFF2-40B4-BE49-F238E27FC236}">
                <ns2:creationId id="{965B90DA-9A8C-477C-AE3D-4AC7ADCDF2F9}"/>
              </a:ext>
            </a:extLst>
          </p:cNvPr>
          <p:cNvSpPr>
            <a:spLocks noGrp="1"/>
          </p:cNvSpPr>
          <p:nvPr/>
        </p:nvSpPr>
        <p:spPr>
          <a:xfrm>
            <a:off x="2781300" y="2000250"/>
            <a:ext cx="2000250" cy="10668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5E8CC2AA-049C-4B5D-B9B8-4B653CE6EFF2}"/>
              </a:ext>
            </a:extLst>
          </p:cNvPr>
          <p:cNvSpPr>
            <a:spLocks noGrp="1"/>
          </p:cNvSpPr>
          <p:nvPr/>
        </p:nvSpPr>
        <p:spPr>
          <a:xfrm>
            <a:off x="2914650" y="21336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AI兴趣协会</a:t>
            </a:r>
          </a:p>
        </p:txBody>
      </p:sp>
      <p:sp>
        <p:nvSpPr>
          <p:cNvPr id="12" name="">
            <a:extLst>
              <a:ext uri="{FF2B5EF4-FFF2-40B4-BE49-F238E27FC236}">
                <ns2:creationId id="{77A9E927-A6FC-494E-9B37-FB042883E9DB}"/>
              </a:ext>
            </a:extLst>
          </p:cNvPr>
          <p:cNvSpPr>
            <a:spLocks noGrp="1"/>
          </p:cNvSpPr>
          <p:nvPr/>
        </p:nvSpPr>
        <p:spPr>
          <a:xfrm>
            <a:off x="2914650" y="25431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3万元/年工具支持</a:t>
            </a:r>
          </a:p>
        </p:txBody>
      </p:sp>
      <p:sp>
        <p:nvSpPr>
          <p:cNvPr id="13" name="">
            <a:extLst>
              <a:ext uri="{FF2B5EF4-FFF2-40B4-BE49-F238E27FC236}">
                <ns2:creationId id="{C27DBA28-6805-474B-A090-F4AF16A3A305}"/>
              </a:ext>
            </a:extLst>
          </p:cNvPr>
          <p:cNvSpPr>
            <a:spLocks noGrp="1"/>
          </p:cNvSpPr>
          <p:nvPr/>
        </p:nvSpPr>
        <p:spPr>
          <a:xfrm>
            <a:off x="2914650" y="2781300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使用换分享</a:t>
            </a:r>
          </a:p>
        </p:txBody>
      </p:sp>
      <p:sp>
        <p:nvSpPr>
          <p:cNvPr id="14" name="metric-2-流程系统集成难">
            <a:extLst>
              <a:ext uri="{FF2B5EF4-FFF2-40B4-BE49-F238E27FC236}">
                <ns2:creationId id="{68F35698-4A66-47AC-AB6F-1FCE5A9CE564}"/>
              </a:ext>
            </a:extLst>
          </p:cNvPr>
          <p:cNvSpPr>
            <a:spLocks noGrp="1"/>
          </p:cNvSpPr>
          <p:nvPr/>
        </p:nvSpPr>
        <p:spPr>
          <a:xfrm>
            <a:off x="4991100" y="2000250"/>
            <a:ext cx="2000250" cy="106680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75558F4B-B0A9-4A13-874B-D43A8C4CB37F}"/>
              </a:ext>
            </a:extLst>
          </p:cNvPr>
          <p:cNvSpPr>
            <a:spLocks noGrp="1"/>
          </p:cNvSpPr>
          <p:nvPr/>
        </p:nvSpPr>
        <p:spPr>
          <a:xfrm>
            <a:off x="5124450" y="21336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薪火计划</a:t>
            </a:r>
          </a:p>
        </p:txBody>
      </p:sp>
      <p:sp>
        <p:nvSpPr>
          <p:cNvPr id="16" name="">
            <a:extLst>
              <a:ext uri="{FF2B5EF4-FFF2-40B4-BE49-F238E27FC236}">
                <ns2:creationId id="{780FE210-EDAA-4824-A6A2-4D9270C8C085}"/>
              </a:ext>
            </a:extLst>
          </p:cNvPr>
          <p:cNvSpPr>
            <a:spLocks noGrp="1"/>
          </p:cNvSpPr>
          <p:nvPr/>
        </p:nvSpPr>
        <p:spPr>
          <a:xfrm>
            <a:off x="5124450" y="25431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每月2-3场内部分享</a:t>
            </a:r>
          </a:p>
        </p:txBody>
      </p:sp>
      <p:sp>
        <p:nvSpPr>
          <p:cNvPr id="17" name="">
            <a:extLst>
              <a:ext uri="{FF2B5EF4-FFF2-40B4-BE49-F238E27FC236}">
                <ns2:creationId id="{5582BC96-7748-4079-85BB-AD0CADB18505}"/>
              </a:ext>
            </a:extLst>
          </p:cNvPr>
          <p:cNvSpPr>
            <a:spLocks noGrp="1"/>
          </p:cNvSpPr>
          <p:nvPr/>
        </p:nvSpPr>
        <p:spPr>
          <a:xfrm>
            <a:off x="5124450" y="2781300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需求池和年度知识库</a:t>
            </a:r>
          </a:p>
        </p:txBody>
      </p:sp>
      <p:sp>
        <p:nvSpPr>
          <p:cNvPr id="18" name="metric-2-智能体学习差距">
            <a:extLst>
              <a:ext uri="{FF2B5EF4-FFF2-40B4-BE49-F238E27FC236}">
                <ns2:creationId id="{4539D1A6-5D9D-4679-89D8-37355BA5F117}"/>
              </a:ext>
            </a:extLst>
          </p:cNvPr>
          <p:cNvSpPr>
            <a:spLocks noGrp="1"/>
          </p:cNvSpPr>
          <p:nvPr/>
        </p:nvSpPr>
        <p:spPr>
          <a:xfrm>
            <a:off x="7200900" y="2000250"/>
            <a:ext cx="2000250" cy="10668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F656238F-262B-4125-9536-B91C5E4BA9B5}"/>
              </a:ext>
            </a:extLst>
          </p:cNvPr>
          <p:cNvSpPr>
            <a:spLocks noGrp="1"/>
          </p:cNvSpPr>
          <p:nvPr/>
        </p:nvSpPr>
        <p:spPr>
          <a:xfrm>
            <a:off x="7334250" y="21336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平台协同</a:t>
            </a:r>
          </a:p>
        </p:txBody>
      </p:sp>
      <p:sp>
        <p:nvSpPr>
          <p:cNvPr id="20" name="">
            <a:extLst>
              <a:ext uri="{FF2B5EF4-FFF2-40B4-BE49-F238E27FC236}">
                <ns2:creationId id="{B0895BA3-F7B0-4B18-AA29-DC192B116E21}"/>
              </a:ext>
            </a:extLst>
          </p:cNvPr>
          <p:cNvSpPr>
            <a:spLocks noGrp="1"/>
          </p:cNvSpPr>
          <p:nvPr/>
        </p:nvSpPr>
        <p:spPr>
          <a:xfrm>
            <a:off x="7334250" y="2543175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公司领导、各单位、人力资源中心</a:t>
            </a:r>
          </a:p>
        </p:txBody>
      </p:sp>
      <p:sp>
        <p:nvSpPr>
          <p:cNvPr id="21" name="">
            <a:extLst>
              <a:ext uri="{FF2B5EF4-FFF2-40B4-BE49-F238E27FC236}">
                <ns2:creationId id="{F48BED86-D5E2-4D97-8CDE-64E09A853161}"/>
              </a:ext>
            </a:extLst>
          </p:cNvPr>
          <p:cNvSpPr>
            <a:spLocks noGrp="1"/>
          </p:cNvSpPr>
          <p:nvPr/>
        </p:nvSpPr>
        <p:spPr>
          <a:xfrm>
            <a:off x="7334250" y="2781300"/>
            <a:ext cx="1733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推动OA模块建设</a:t>
            </a:r>
          </a:p>
        </p:txBody>
      </p:sp>
      <p:sp>
        <p:nvSpPr>
          <p:cNvPr id="22" name="">
            <a:extLst>
              <a:ext uri="{FF2B5EF4-FFF2-40B4-BE49-F238E27FC236}">
                <ns2:creationId id="{FECDBC7C-E118-49DE-965B-9A8A04D07FAA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会后2周/1个月/2个月</a:t>
            </a:r>
          </a:p>
        </p:txBody>
      </p:sp>
      <p:sp>
        <p:nvSpPr>
          <p:cNvPr id="23" name="">
            <a:extLst>
              <a:ext uri="{FF2B5EF4-FFF2-40B4-BE49-F238E27FC236}">
                <ns2:creationId id="{2105CF56-CBD8-4412-B031-3D86D657C10A}"/>
              </a:ext>
            </a:extLst>
          </p:cNvPr>
          <p:cNvSpPr>
            <a:spLocks noGrp="1"/>
          </p:cNvSpPr>
          <p:nvPr/>
        </p:nvSpPr>
        <p:spPr>
          <a:xfrm>
            <a:off x="571500" y="4029075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方向确认、计划提交、交流汇报</a:t>
            </a:r>
          </a:p>
        </p:txBody>
      </p:sp>
      <p:sp>
        <p:nvSpPr>
          <p:cNvPr id="24" name="bar-track-2-0">
            <a:extLst>
              <a:ext uri="{FF2B5EF4-FFF2-40B4-BE49-F238E27FC236}">
                <ns2:creationId id="{3150C7CD-AD31-417A-AC4F-5E76785E1F46}"/>
              </a:ext>
            </a:extLst>
          </p:cNvPr>
          <p:cNvSpPr>
            <a:spLocks noGrp="1"/>
          </p:cNvSpPr>
          <p:nvPr/>
        </p:nvSpPr>
        <p:spPr>
          <a:xfrm>
            <a:off x="1809750" y="4123563"/>
            <a:ext cx="4762500" cy="86868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bar-2-0">
            <a:extLst>
              <a:ext uri="{FF2B5EF4-FFF2-40B4-BE49-F238E27FC236}">
                <ns2:creationId id="{F909E42D-8EB8-48FB-B945-B09611C3D5AE}"/>
              </a:ext>
            </a:extLst>
          </p:cNvPr>
          <p:cNvSpPr>
            <a:spLocks noGrp="1"/>
          </p:cNvSpPr>
          <p:nvPr/>
        </p:nvSpPr>
        <p:spPr>
          <a:xfrm>
            <a:off x="1809750" y="4123563"/>
            <a:ext cx="4353520" cy="86868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0D6F1737-8283-4CBF-81D2-43B6398A52AC}"/>
              </a:ext>
            </a:extLst>
          </p:cNvPr>
          <p:cNvSpPr>
            <a:spLocks noGrp="1"/>
          </p:cNvSpPr>
          <p:nvPr/>
        </p:nvSpPr>
        <p:spPr>
          <a:xfrm>
            <a:off x="6667500" y="40195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集团AI应用“三个一”</a:t>
            </a:r>
          </a:p>
        </p:txBody>
      </p:sp>
      <p:sp>
        <p:nvSpPr>
          <p:cNvPr id="27" name="">
            <a:extLst>
              <a:ext uri="{FF2B5EF4-FFF2-40B4-BE49-F238E27FC236}">
                <ns2:creationId id="{371BB5CF-942C-4FEB-ACC0-338D535FBBFC}"/>
              </a:ext>
            </a:extLst>
          </p:cNvPr>
          <p:cNvSpPr>
            <a:spLocks noGrp="1"/>
          </p:cNvSpPr>
          <p:nvPr/>
        </p:nvSpPr>
        <p:spPr>
          <a:xfrm>
            <a:off x="571500" y="4391025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员工工具、单位场景、公司核心场景</a:t>
            </a:r>
          </a:p>
        </p:txBody>
      </p:sp>
      <p:sp>
        <p:nvSpPr>
          <p:cNvPr id="28" name="bar-track-2-1">
            <a:extLst>
              <a:ext uri="{FF2B5EF4-FFF2-40B4-BE49-F238E27FC236}">
                <ns2:creationId id="{60DAF92E-AF3F-4464-9BE1-EFC21C48D9F1}"/>
              </a:ext>
            </a:extLst>
          </p:cNvPr>
          <p:cNvSpPr>
            <a:spLocks noGrp="1"/>
          </p:cNvSpPr>
          <p:nvPr/>
        </p:nvSpPr>
        <p:spPr>
          <a:xfrm>
            <a:off x="1809750" y="4485513"/>
            <a:ext cx="4762500" cy="86868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bar-2-1">
            <a:extLst>
              <a:ext uri="{FF2B5EF4-FFF2-40B4-BE49-F238E27FC236}">
                <ns2:creationId id="{C9A2D041-DA37-4BDF-A31F-67C7E4AA82CD}"/>
              </a:ext>
            </a:extLst>
          </p:cNvPr>
          <p:cNvSpPr>
            <a:spLocks noGrp="1"/>
          </p:cNvSpPr>
          <p:nvPr/>
        </p:nvSpPr>
        <p:spPr>
          <a:xfrm>
            <a:off x="1809750" y="4485513"/>
            <a:ext cx="3287316" cy="86868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5CBB7341-64FE-406B-B61B-6EC08376E18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1" name="">
            <a:extLst>
              <a:ext uri="{FF2B5EF4-FFF2-40B4-BE49-F238E27FC236}">
                <ns2:creationId id="{E9D90E1A-7A88-4E79-A212-637137561CA9}"/>
              </a:ext>
            </a:extLst>
          </p:cNvPr>
          <p:cNvSpPr>
            <a:spLocks noGrp="1"/>
          </p:cNvSpPr>
          <p:nvPr/>
        </p:nvSpPr>
        <p:spPr>
          <a:xfrm>
            <a:off x="571500" y="4752975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2" name="bar-track-2-2">
            <a:extLst>
              <a:ext uri="{FF2B5EF4-FFF2-40B4-BE49-F238E27FC236}">
                <ns2:creationId id="{33F6BC27-F049-4E2F-8B0F-EAF83D2C3B50}"/>
              </a:ext>
            </a:extLst>
          </p:cNvPr>
          <p:cNvSpPr>
            <a:spLocks noGrp="1"/>
          </p:cNvSpPr>
          <p:nvPr/>
        </p:nvSpPr>
        <p:spPr>
          <a:xfrm>
            <a:off x="1809750" y="4847463"/>
            <a:ext cx="4762500" cy="86868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bar-2-2">
            <a:extLst>
              <a:ext uri="{FF2B5EF4-FFF2-40B4-BE49-F238E27FC236}">
                <ns2:creationId id="{F0935805-0BE5-4FC3-A532-9F3DA23FD4FC}"/>
              </a:ext>
            </a:extLst>
          </p:cNvPr>
          <p:cNvSpPr>
            <a:spLocks noGrp="1"/>
          </p:cNvSpPr>
          <p:nvPr/>
        </p:nvSpPr>
        <p:spPr>
          <a:xfrm>
            <a:off x="1809750" y="4847463"/>
            <a:ext cx="3021211" cy="86868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553271E1-7656-4A07-802A-571295F44708}"/>
              </a:ext>
            </a:extLst>
          </p:cNvPr>
          <p:cNvSpPr>
            <a:spLocks noGrp="1"/>
          </p:cNvSpPr>
          <p:nvPr/>
        </p:nvSpPr>
        <p:spPr>
          <a:xfrm>
            <a:off x="6667500" y="47434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">
            <a:extLst>
              <a:ext uri="{FF2B5EF4-FFF2-40B4-BE49-F238E27FC236}">
                <ns2:creationId id="{1FA5BA39-506B-40FA-BA28-ED31967B2AEE}"/>
              </a:ext>
            </a:extLst>
          </p:cNvPr>
          <p:cNvSpPr>
            <a:spLocks noGrp="1"/>
          </p:cNvSpPr>
          <p:nvPr/>
        </p:nvSpPr>
        <p:spPr>
          <a:xfrm>
            <a:off x="571500" y="5114925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bar-track-2-3">
            <a:extLst>
              <a:ext uri="{FF2B5EF4-FFF2-40B4-BE49-F238E27FC236}">
                <ns2:creationId id="{EEC0392C-1744-4D89-AACD-5A2F56D50F26}"/>
              </a:ext>
            </a:extLst>
          </p:cNvPr>
          <p:cNvSpPr>
            <a:spLocks noGrp="1"/>
          </p:cNvSpPr>
          <p:nvPr/>
        </p:nvSpPr>
        <p:spPr>
          <a:xfrm>
            <a:off x="1809750" y="5209413"/>
            <a:ext cx="4762500" cy="86868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bar-2-3">
            <a:extLst>
              <a:ext uri="{FF2B5EF4-FFF2-40B4-BE49-F238E27FC236}">
                <ns2:creationId id="{1699491E-8C2B-4C54-9308-81E57D771187}"/>
              </a:ext>
            </a:extLst>
          </p:cNvPr>
          <p:cNvSpPr>
            <a:spLocks noGrp="1"/>
          </p:cNvSpPr>
          <p:nvPr/>
        </p:nvSpPr>
        <p:spPr>
          <a:xfrm>
            <a:off x="1809750" y="5209413"/>
            <a:ext cx="2843213" cy="86868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574E0AE2-0BC4-4F9D-A4C5-138C2B1F84E3}"/>
              </a:ext>
            </a:extLst>
          </p:cNvPr>
          <p:cNvSpPr>
            <a:spLocks noGrp="1"/>
          </p:cNvSpPr>
          <p:nvPr/>
        </p:nvSpPr>
        <p:spPr>
          <a:xfrm>
            <a:off x="6667500" y="510540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9" name="">
            <a:extLst>
              <a:ext uri="{FF2B5EF4-FFF2-40B4-BE49-F238E27FC236}">
                <ns2:creationId id="{E6D6B77A-9347-4712-B85E-6BCDDDC326B0}"/>
              </a:ext>
            </a:extLst>
          </p:cNvPr>
          <p:cNvSpPr>
            <a:spLocks noGrp="1"/>
          </p:cNvSpPr>
          <p:nvPr/>
        </p:nvSpPr>
        <p:spPr>
          <a:xfrm>
            <a:off x="571500" y="5476875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0" name="bar-track-2-4">
            <a:extLst>
              <a:ext uri="{FF2B5EF4-FFF2-40B4-BE49-F238E27FC236}">
                <ns2:creationId id="{5D45F1E1-B1E9-44A5-A706-B07DF5463D58}"/>
              </a:ext>
            </a:extLst>
          </p:cNvPr>
          <p:cNvSpPr>
            <a:spLocks noGrp="1"/>
          </p:cNvSpPr>
          <p:nvPr/>
        </p:nvSpPr>
        <p:spPr>
          <a:xfrm>
            <a:off x="1809750" y="5571363"/>
            <a:ext cx="4762500" cy="86868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bar-2-4">
            <a:extLst>
              <a:ext uri="{FF2B5EF4-FFF2-40B4-BE49-F238E27FC236}">
                <ns2:creationId id="{E4AC63FA-BF89-42F6-A771-99B713DC0A7F}"/>
              </a:ext>
            </a:extLst>
          </p:cNvPr>
          <p:cNvSpPr>
            <a:spLocks noGrp="1"/>
          </p:cNvSpPr>
          <p:nvPr/>
        </p:nvSpPr>
        <p:spPr>
          <a:xfrm>
            <a:off x="1809750" y="5571363"/>
            <a:ext cx="1554956" cy="86868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59A9E634-43F6-46E9-B9AE-79C13A24E7DC}"/>
              </a:ext>
            </a:extLst>
          </p:cNvPr>
          <p:cNvSpPr>
            <a:spLocks noGrp="1"/>
          </p:cNvSpPr>
          <p:nvPr/>
        </p:nvSpPr>
        <p:spPr>
          <a:xfrm>
            <a:off x="6667500" y="54673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3" name="quote-2-结论">
            <a:extLst>
              <a:ext uri="{FF2B5EF4-FFF2-40B4-BE49-F238E27FC236}">
                <ns2:creationId id="{98C0CD78-0A49-4CF3-8E76-FA7FA7B40F24}"/>
              </a:ext>
            </a:extLst>
          </p:cNvPr>
          <p:cNvSpPr>
            <a:spLocks noGrp="1"/>
          </p:cNvSpPr>
          <p:nvPr/>
        </p:nvSpPr>
        <p:spPr>
          <a:xfrm>
            <a:off x="7810500" y="3886200"/>
            <a:ext cx="3429000" cy="7429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9D7C37E8-69CA-486B-A819-82F0B4A715A2}"/>
              </a:ext>
            </a:extLst>
          </p:cNvPr>
          <p:cNvSpPr>
            <a:spLocks noGrp="1"/>
          </p:cNvSpPr>
          <p:nvPr/>
        </p:nvSpPr>
        <p:spPr>
          <a:xfrm>
            <a:off x="7810500" y="3886200"/>
            <a:ext cx="47625" cy="7429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BE3E8627-6B7D-4119-B052-70D50CE2CEAD}"/>
              </a:ext>
            </a:extLst>
          </p:cNvPr>
          <p:cNvSpPr>
            <a:spLocks noGrp="1"/>
          </p:cNvSpPr>
          <p:nvPr/>
        </p:nvSpPr>
        <p:spPr>
          <a:xfrm>
            <a:off x="7981950" y="40005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">
            <a:extLst>
              <a:ext uri="{FF2B5EF4-FFF2-40B4-BE49-F238E27FC236}">
                <ns2:creationId id="{C00FCEFD-AEC8-4BC5-AA56-E76FB11F90FB}"/>
              </a:ext>
            </a:extLst>
          </p:cNvPr>
          <p:cNvSpPr>
            <a:spLocks noGrp="1"/>
          </p:cNvSpPr>
          <p:nvPr/>
        </p:nvSpPr>
        <p:spPr>
          <a:xfrm>
            <a:off x="7981950" y="4210050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footer-rule-2">
            <a:extLst>
              <a:ext uri="{FF2B5EF4-FFF2-40B4-BE49-F238E27FC236}">
                <ns2:creationId id="{8792F4CD-CBDF-4574-B119-DD65CB3FCD34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footer-source-2">
            <a:extLst>
              <a:ext uri="{FF2B5EF4-FFF2-40B4-BE49-F238E27FC236}">
                <ns2:creationId id="{2EA20850-8C1D-4C6B-BE2E-AE93A1855091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9" name="footer-page-2">
            <a:extLst>
              <a:ext uri="{FF2B5EF4-FFF2-40B4-BE49-F238E27FC236}">
                <ns2:creationId id="{718715E6-7762-4002-897A-59AE1C216BDF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63844147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3">
            <a:extLst>
              <a:ext uri="{FF2B5EF4-FFF2-40B4-BE49-F238E27FC236}">
                <ns2:creationId id="{397BBB15-9E34-4216-8ADB-817589E7EE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ns2:creationId id="{B0370A4F-EB14-4C4E-AB18-9AA1A705D50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ns2:creationId id="{E57254A2-BB54-4B7C-B285-65EAE6407855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调研证据支撑</a:t>
            </a:r>
          </a:p>
        </p:txBody>
      </p:sp>
      <p:sp>
        <p:nvSpPr>
          <p:cNvPr id="4" name="title-3">
            <a:extLst>
              <a:ext uri="{FF2B5EF4-FFF2-40B4-BE49-F238E27FC236}">
                <ns2:creationId id="{58BDB79C-BC6A-4067-9B8E-C96BC37864CB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134份答卷显示：需求广泛，适合转化为薪火主题和单位探索方向</a:t>
            </a:r>
          </a:p>
        </p:txBody>
      </p:sp>
      <p:sp>
        <p:nvSpPr>
          <p:cNvPr id="5" name="support-3">
            <a:extLst>
              <a:ext uri="{FF2B5EF4-FFF2-40B4-BE49-F238E27FC236}">
                <ns2:creationId id="{70F5615D-7CA1-40DC-BB96-D49CEB5A3789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问卷只作为证据支撑，不能替代领导确定的执行方案。</a:t>
            </a:r>
          </a:p>
        </p:txBody>
      </p:sp>
      <p:sp>
        <p:nvSpPr>
          <p:cNvPr id="6" name="leadership-signals">
            <a:extLst>
              <a:ext uri="{FF2B5EF4-FFF2-40B4-BE49-F238E27FC236}">
                <ns2:creationId id="{0F360249-A23B-4AC9-A5F0-0D423BBCC864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4953000" cy="285750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6AAE31C2-5C36-4737-AD1F-DAD3E3307D4C}"/>
              </a:ext>
            </a:extLst>
          </p:cNvPr>
          <p:cNvSpPr>
            <a:spLocks noGrp="1"/>
          </p:cNvSpPr>
          <p:nvPr/>
        </p:nvSpPr>
        <p:spPr>
          <a:xfrm>
            <a:off x="819150" y="2419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5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44.0%</a:t>
            </a:r>
          </a:p>
        </p:txBody>
      </p:sp>
      <p:sp>
        <p:nvSpPr>
          <p:cNvPr id="8" name="">
            <a:extLst>
              <a:ext uri="{FF2B5EF4-FFF2-40B4-BE49-F238E27FC236}">
                <ns2:creationId id="{61FF3872-FB1A-4F31-9BBA-F22E7544FE60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2414F6D0-D71D-449F-B8D8-2F9ABC05D774}"/>
              </a:ext>
            </a:extLst>
          </p:cNvPr>
          <p:cNvSpPr>
            <a:spLocks noGrp="1"/>
          </p:cNvSpPr>
          <p:nvPr/>
        </p:nvSpPr>
        <p:spPr>
          <a:xfrm>
            <a:off x="1028700" y="28384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高频使用占比</a:t>
            </a:r>
          </a:p>
        </p:txBody>
      </p:sp>
      <p:sp>
        <p:nvSpPr>
          <p:cNvPr id="10" name="">
            <a:extLst>
              <a:ext uri="{FF2B5EF4-FFF2-40B4-BE49-F238E27FC236}">
                <ns2:creationId id="{E4D9BB60-A47E-4503-B443-8F08FB1D6C71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2276339E-4240-4FC5-B733-487CBBB042E3}"/>
              </a:ext>
            </a:extLst>
          </p:cNvPr>
          <p:cNvSpPr>
            <a:spLocks noGrp="1"/>
          </p:cNvSpPr>
          <p:nvPr/>
        </p:nvSpPr>
        <p:spPr>
          <a:xfrm>
            <a:off x="1028700" y="32194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已有使用基础</a:t>
            </a:r>
          </a:p>
        </p:txBody>
      </p:sp>
      <p:sp>
        <p:nvSpPr>
          <p:cNvPr id="12" name="">
            <a:extLst>
              <a:ext uri="{FF2B5EF4-FFF2-40B4-BE49-F238E27FC236}">
                <ns2:creationId id="{D64E5990-C4AC-4FCC-8604-EDCB7E34A526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ABC2085C-5A91-4D85-AA98-92ACEF0922EA}"/>
              </a:ext>
            </a:extLst>
          </p:cNvPr>
          <p:cNvSpPr>
            <a:spLocks noGrp="1"/>
          </p:cNvSpPr>
          <p:nvPr/>
        </p:nvSpPr>
        <p:spPr>
          <a:xfrm>
            <a:off x="1028700" y="36004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73.13%</a:t>
            </a:r>
          </a:p>
        </p:txBody>
      </p:sp>
      <p:sp>
        <p:nvSpPr>
          <p:cNvPr id="14" name="">
            <a:extLst>
              <a:ext uri="{FF2B5EF4-FFF2-40B4-BE49-F238E27FC236}">
                <ns2:creationId id="{8B9C55B9-9C99-431B-9DF3-9BCC7718A605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4660B815-3A3A-425F-8A4C-AECA76536B97}"/>
              </a:ext>
            </a:extLst>
          </p:cNvPr>
          <p:cNvSpPr>
            <a:spLocks noGrp="1"/>
          </p:cNvSpPr>
          <p:nvPr/>
        </p:nvSpPr>
        <p:spPr>
          <a:xfrm>
            <a:off x="1028700" y="39814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AI办公技巧需求</a:t>
            </a:r>
          </a:p>
        </p:txBody>
      </p:sp>
      <p:sp>
        <p:nvSpPr>
          <p:cNvPr id="16" name="">
            <a:extLst>
              <a:ext uri="{FF2B5EF4-FFF2-40B4-BE49-F238E27FC236}">
                <ns2:creationId id="{F0ECDCCA-EA79-4AB4-B876-5373CE053C58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9DFF77AD-74B0-4AE6-A919-F846D56C9774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适合薪火首期</a:t>
            </a:r>
          </a:p>
        </p:txBody>
      </p:sp>
      <p:sp>
        <p:nvSpPr>
          <p:cNvPr id="18" name="middle-signals">
            <a:extLst>
              <a:ext uri="{FF2B5EF4-FFF2-40B4-BE49-F238E27FC236}">
                <ns2:creationId id="{2DDAF5D3-7D4B-419F-93D5-4CCAB84465B6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5048250" cy="285750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3381D556-6B1D-491E-86D6-CBCAD9A867FA}"/>
              </a:ext>
            </a:extLst>
          </p:cNvPr>
          <p:cNvSpPr>
            <a:spLocks noGrp="1"/>
          </p:cNvSpPr>
          <p:nvPr/>
        </p:nvSpPr>
        <p:spPr>
          <a:xfrm>
            <a:off x="6438900" y="2419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5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55.22%</a:t>
            </a:r>
          </a:p>
        </p:txBody>
      </p:sp>
      <p:sp>
        <p:nvSpPr>
          <p:cNvPr id="20" name="">
            <a:extLst>
              <a:ext uri="{FF2B5EF4-FFF2-40B4-BE49-F238E27FC236}">
                <ns2:creationId id="{57806305-944A-4143-8294-081D305BA358}"/>
              </a:ext>
            </a:extLst>
          </p:cNvPr>
          <p:cNvSpPr>
            <a:spLocks noGrp="1"/>
          </p:cNvSpPr>
          <p:nvPr/>
        </p:nvSpPr>
        <p:spPr>
          <a:xfrm>
            <a:off x="6457950" y="29527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B10A4C92-D738-4AF6-9710-38C104CF2145}"/>
              </a:ext>
            </a:extLst>
          </p:cNvPr>
          <p:cNvSpPr>
            <a:spLocks noGrp="1"/>
          </p:cNvSpPr>
          <p:nvPr/>
        </p:nvSpPr>
        <p:spPr>
          <a:xfrm>
            <a:off x="6648450" y="28384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流程系统集成难</a:t>
            </a:r>
          </a:p>
        </p:txBody>
      </p:sp>
      <p:sp>
        <p:nvSpPr>
          <p:cNvPr id="22" name="">
            <a:extLst>
              <a:ext uri="{FF2B5EF4-FFF2-40B4-BE49-F238E27FC236}">
                <ns2:creationId id="{9FEA896A-24CB-425D-BECD-2C7359B808DE}"/>
              </a:ext>
            </a:extLst>
          </p:cNvPr>
          <p:cNvSpPr>
            <a:spLocks noGrp="1"/>
          </p:cNvSpPr>
          <p:nvPr/>
        </p:nvSpPr>
        <p:spPr>
          <a:xfrm>
            <a:off x="6457950" y="33337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37F0E885-BEEC-4354-9E81-87F3FC32AFBA}"/>
              </a:ext>
            </a:extLst>
          </p:cNvPr>
          <p:cNvSpPr>
            <a:spLocks noGrp="1"/>
          </p:cNvSpPr>
          <p:nvPr/>
        </p:nvSpPr>
        <p:spPr>
          <a:xfrm>
            <a:off x="6648450" y="32194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提示平台协同必要</a:t>
            </a:r>
          </a:p>
        </p:txBody>
      </p:sp>
      <p:sp>
        <p:nvSpPr>
          <p:cNvPr id="24" name="">
            <a:extLst>
              <a:ext uri="{FF2B5EF4-FFF2-40B4-BE49-F238E27FC236}">
                <ns2:creationId id="{A12BA3C4-87F5-4AFA-92E5-BA4CF3E71E2C}"/>
              </a:ext>
            </a:extLst>
          </p:cNvPr>
          <p:cNvSpPr>
            <a:spLocks noGrp="1"/>
          </p:cNvSpPr>
          <p:nvPr/>
        </p:nvSpPr>
        <p:spPr>
          <a:xfrm>
            <a:off x="6457950" y="37147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3B94634E-594A-4162-B955-03EA6CE59F0A}"/>
              </a:ext>
            </a:extLst>
          </p:cNvPr>
          <p:cNvSpPr>
            <a:spLocks noGrp="1"/>
          </p:cNvSpPr>
          <p:nvPr/>
        </p:nvSpPr>
        <p:spPr>
          <a:xfrm>
            <a:off x="6648450" y="36004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文案/学习/数据</a:t>
            </a:r>
          </a:p>
        </p:txBody>
      </p:sp>
      <p:sp>
        <p:nvSpPr>
          <p:cNvPr id="26" name="">
            <a:extLst>
              <a:ext uri="{FF2B5EF4-FFF2-40B4-BE49-F238E27FC236}">
                <ns2:creationId id="{020A64B0-C741-4ACE-ABBD-B9839D9901D7}"/>
              </a:ext>
            </a:extLst>
          </p:cNvPr>
          <p:cNvSpPr>
            <a:spLocks noGrp="1"/>
          </p:cNvSpPr>
          <p:nvPr/>
        </p:nvSpPr>
        <p:spPr>
          <a:xfrm>
            <a:off x="6457950" y="40957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FC8418C4-D97D-4D48-B714-B56ACD4F11F7}"/>
              </a:ext>
            </a:extLst>
          </p:cNvPr>
          <p:cNvSpPr>
            <a:spLocks noGrp="1"/>
          </p:cNvSpPr>
          <p:nvPr/>
        </p:nvSpPr>
        <p:spPr>
          <a:xfrm>
            <a:off x="6648450" y="39814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当前高频应用</a:t>
            </a:r>
          </a:p>
        </p:txBody>
      </p:sp>
      <p:sp>
        <p:nvSpPr>
          <p:cNvPr id="28" name="">
            <a:extLst>
              <a:ext uri="{FF2B5EF4-FFF2-40B4-BE49-F238E27FC236}">
                <ns2:creationId id="{4B5DC09F-2E7A-48AE-A93C-ED98CD026339}"/>
              </a:ext>
            </a:extLst>
          </p:cNvPr>
          <p:cNvSpPr>
            <a:spLocks noGrp="1"/>
          </p:cNvSpPr>
          <p:nvPr/>
        </p:nvSpPr>
        <p:spPr>
          <a:xfrm>
            <a:off x="6457950" y="447675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6E236EB7-1ADF-46B9-9DF8-E50E1E45A6AB}"/>
              </a:ext>
            </a:extLst>
          </p:cNvPr>
          <p:cNvSpPr>
            <a:spLocks noGrp="1"/>
          </p:cNvSpPr>
          <p:nvPr/>
        </p:nvSpPr>
        <p:spPr>
          <a:xfrm>
            <a:off x="6648450" y="43624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可先做低敏实操</a:t>
            </a:r>
          </a:p>
        </p:txBody>
      </p:sp>
      <p:sp>
        <p:nvSpPr>
          <p:cNvPr id="30" name="footer-rule-3">
            <a:extLst>
              <a:ext uri="{FF2B5EF4-FFF2-40B4-BE49-F238E27FC236}">
                <ns2:creationId id="{8C56AC35-EF71-4A3E-B207-0173888DD0E7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-3">
            <a:extLst>
              <a:ext uri="{FF2B5EF4-FFF2-40B4-BE49-F238E27FC236}">
                <ns2:creationId id="{6B981F74-6C01-45E1-991C-FACEE3256AA3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流程协作</a:t>
            </a:r>
          </a:p>
        </p:txBody>
      </p:sp>
      <p:sp>
        <p:nvSpPr>
          <p:cNvPr id="32" name="footer-page-3">
            <a:extLst>
              <a:ext uri="{FF2B5EF4-FFF2-40B4-BE49-F238E27FC236}">
                <ns2:creationId id="{64AAED69-C4FB-4B13-ABFF-23765B401865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当前占比较低</a:t>
            </a:r>
          </a:p>
        </p:txBody>
      </p:sp>
    </p:spTree>
    <p:extLst>
      <p:ext uri="{BB962C8B-B14F-4D97-AF65-F5344CB8AC3E}">
        <ns3:creationId val="140079216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4">
            <a:extLst>
              <a:ext uri="{FF2B5EF4-FFF2-40B4-BE49-F238E27FC236}">
                <ns2:creationId id="{A8979FAB-A704-4AF5-A5E0-8305AECB27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ns2:creationId id="{D0EFCDEC-05A9-4ADE-BC5F-065F97A5FA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ns2:creationId id="{7EB50FC0-A52D-4A54-B6FD-C4FA86599F8F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完整覆盖</a:t>
            </a:r>
          </a:p>
        </p:txBody>
      </p:sp>
      <p:sp>
        <p:nvSpPr>
          <p:cNvPr id="4" name="title-4">
            <a:extLst>
              <a:ext uri="{FF2B5EF4-FFF2-40B4-BE49-F238E27FC236}">
                <ns2:creationId id="{435DCA4B-4804-4726-88C9-6E1C9CA87FCC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23个正式业务单位全部进入探索网络</a:t>
            </a:r>
          </a:p>
        </p:txBody>
      </p:sp>
      <p:sp>
        <p:nvSpPr>
          <p:cNvPr id="5" name="support-4">
            <a:extLst>
              <a:ext uri="{FF2B5EF4-FFF2-40B4-BE49-F238E27FC236}">
                <ns2:creationId id="{660BC475-12A1-4ABB-A9A4-4A44C1A95C1F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管理层看中心聚合，执行层落实到单位AI对接人和一页纸计划。</a:t>
            </a:r>
          </a:p>
        </p:txBody>
      </p:sp>
      <p:sp>
        <p:nvSpPr>
          <p:cNvPr id="6" name="">
            <a:extLst>
              <a:ext uri="{FF2B5EF4-FFF2-40B4-BE49-F238E27FC236}">
                <ns2:creationId id="{4C33F4E7-E991-4CE6-A018-681F02B2D6EA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营销管理中心</a:t>
            </a:r>
          </a:p>
        </p:txBody>
      </p:sp>
      <p:sp>
        <p:nvSpPr>
          <p:cNvPr id="7" name="">
            <a:extLst>
              <a:ext uri="{FF2B5EF4-FFF2-40B4-BE49-F238E27FC236}">
                <ns2:creationId id="{D3808FA7-197D-4580-83E6-85697A737849}"/>
              </a:ext>
            </a:extLst>
          </p:cNvPr>
          <p:cNvSpPr>
            <a:spLocks noGrp="1"/>
          </p:cNvSpPr>
          <p:nvPr/>
        </p:nvSpPr>
        <p:spPr>
          <a:xfrm>
            <a:off x="3143250" y="21907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921AF6A-3337-48CA-9AC8-00F000C806F7}"/>
              </a:ext>
            </a:extLst>
          </p:cNvPr>
          <p:cNvSpPr>
            <a:spLocks noGrp="1"/>
          </p:cNvSpPr>
          <p:nvPr/>
        </p:nvSpPr>
        <p:spPr>
          <a:xfrm>
            <a:off x="3143250" y="2190750"/>
            <a:ext cx="1714500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E23CEA62-2EC7-451C-93C5-9A3C97553859}"/>
              </a:ext>
            </a:extLst>
          </p:cNvPr>
          <p:cNvSpPr>
            <a:spLocks noGrp="1"/>
          </p:cNvSpPr>
          <p:nvPr/>
        </p:nvSpPr>
        <p:spPr>
          <a:xfrm>
            <a:off x="5029200" y="20955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项目营销团队、营销管理中心</a:t>
            </a:r>
          </a:p>
        </p:txBody>
      </p:sp>
      <p:sp>
        <p:nvSpPr>
          <p:cNvPr id="10" name="">
            <a:extLst>
              <a:ext uri="{FF2B5EF4-FFF2-40B4-BE49-F238E27FC236}">
                <ns2:creationId id="{95F06B3C-CE65-404D-BDC4-80874BF150A9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项目管理单元</a:t>
            </a:r>
          </a:p>
        </p:txBody>
      </p:sp>
      <p:sp>
        <p:nvSpPr>
          <p:cNvPr id="11" name="">
            <a:extLst>
              <a:ext uri="{FF2B5EF4-FFF2-40B4-BE49-F238E27FC236}">
                <ns2:creationId id="{FB2DB9BC-9360-49ED-9C27-0DA3648D08FE}"/>
              </a:ext>
            </a:extLst>
          </p:cNvPr>
          <p:cNvSpPr>
            <a:spLocks noGrp="1"/>
          </p:cNvSpPr>
          <p:nvPr/>
        </p:nvSpPr>
        <p:spPr>
          <a:xfrm>
            <a:off x="3143250" y="26860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3D872E2A-A2E7-4D08-B64F-E540D8E3687C}"/>
              </a:ext>
            </a:extLst>
          </p:cNvPr>
          <p:cNvSpPr>
            <a:spLocks noGrp="1"/>
          </p:cNvSpPr>
          <p:nvPr/>
        </p:nvSpPr>
        <p:spPr>
          <a:xfrm>
            <a:off x="3143250" y="2686050"/>
            <a:ext cx="1607344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78B76B0D-6785-4012-88AC-E82DEDCA9612}"/>
              </a:ext>
            </a:extLst>
          </p:cNvPr>
          <p:cNvSpPr>
            <a:spLocks noGrp="1"/>
          </p:cNvSpPr>
          <p:nvPr/>
        </p:nvSpPr>
        <p:spPr>
          <a:xfrm>
            <a:off x="5029200" y="25908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多项目单位</a:t>
            </a:r>
          </a:p>
        </p:txBody>
      </p:sp>
      <p:sp>
        <p:nvSpPr>
          <p:cNvPr id="14" name="">
            <a:extLst>
              <a:ext uri="{FF2B5EF4-FFF2-40B4-BE49-F238E27FC236}">
                <ns2:creationId id="{7D830A36-7607-4E99-8FE5-C47FD90CFB79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龙岗安城投公司</a:t>
            </a:r>
          </a:p>
        </p:txBody>
      </p:sp>
      <p:sp>
        <p:nvSpPr>
          <p:cNvPr id="15" name="">
            <a:extLst>
              <a:ext uri="{FF2B5EF4-FFF2-40B4-BE49-F238E27FC236}">
                <ns2:creationId id="{481944FC-219D-466B-92AA-84CF4F81823A}"/>
              </a:ext>
            </a:extLst>
          </p:cNvPr>
          <p:cNvSpPr>
            <a:spLocks noGrp="1"/>
          </p:cNvSpPr>
          <p:nvPr/>
        </p:nvSpPr>
        <p:spPr>
          <a:xfrm>
            <a:off x="3143250" y="31813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37C3E9B3-E55A-41EB-8ADC-12FF29FF49AB}"/>
              </a:ext>
            </a:extLst>
          </p:cNvPr>
          <p:cNvSpPr>
            <a:spLocks noGrp="1"/>
          </p:cNvSpPr>
          <p:nvPr/>
        </p:nvSpPr>
        <p:spPr>
          <a:xfrm>
            <a:off x="3143250" y="3181350"/>
            <a:ext cx="1393031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15DB47AC-BC58-4C16-83B8-FD023BF60601}"/>
              </a:ext>
            </a:extLst>
          </p:cNvPr>
          <p:cNvSpPr>
            <a:spLocks noGrp="1"/>
          </p:cNvSpPr>
          <p:nvPr/>
        </p:nvSpPr>
        <p:spPr>
          <a:xfrm>
            <a:off x="5029200" y="30861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属地和项目公司</a:t>
            </a:r>
          </a:p>
        </p:txBody>
      </p:sp>
      <p:sp>
        <p:nvSpPr>
          <p:cNvPr id="18" name="">
            <a:extLst>
              <a:ext uri="{FF2B5EF4-FFF2-40B4-BE49-F238E27FC236}">
                <ns2:creationId id="{6703D004-58A2-4047-9852-8119CE6F64AA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产品管理中心</a:t>
            </a:r>
          </a:p>
        </p:txBody>
      </p:sp>
      <p:sp>
        <p:nvSpPr>
          <p:cNvPr id="19" name="">
            <a:extLst>
              <a:ext uri="{FF2B5EF4-FFF2-40B4-BE49-F238E27FC236}">
                <ns2:creationId id="{2C422872-267D-4630-9FFA-06CEFDF359B7}"/>
              </a:ext>
            </a:extLst>
          </p:cNvPr>
          <p:cNvSpPr>
            <a:spLocks noGrp="1"/>
          </p:cNvSpPr>
          <p:nvPr/>
        </p:nvSpPr>
        <p:spPr>
          <a:xfrm>
            <a:off x="3143250" y="36766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A0CD1411-E545-4338-800F-C9D68DAFF9BC}"/>
              </a:ext>
            </a:extLst>
          </p:cNvPr>
          <p:cNvSpPr>
            <a:spLocks noGrp="1"/>
          </p:cNvSpPr>
          <p:nvPr/>
        </p:nvSpPr>
        <p:spPr>
          <a:xfrm>
            <a:off x="3143250" y="3676650"/>
            <a:ext cx="1285875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248451AD-917A-4F82-AA5E-4AF6962707FC}"/>
              </a:ext>
            </a:extLst>
          </p:cNvPr>
          <p:cNvSpPr>
            <a:spLocks noGrp="1"/>
          </p:cNvSpPr>
          <p:nvPr/>
        </p:nvSpPr>
        <p:spPr>
          <a:xfrm>
            <a:off x="5029200" y="35814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设计和产品线</a:t>
            </a:r>
          </a:p>
        </p:txBody>
      </p:sp>
      <p:sp>
        <p:nvSpPr>
          <p:cNvPr id="22" name="">
            <a:extLst>
              <a:ext uri="{FF2B5EF4-FFF2-40B4-BE49-F238E27FC236}">
                <ns2:creationId id="{38D366DA-1BD9-43EF-B29F-15EAA554F228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人力资源中心</a:t>
            </a:r>
          </a:p>
        </p:txBody>
      </p:sp>
      <p:sp>
        <p:nvSpPr>
          <p:cNvPr id="23" name="">
            <a:extLst>
              <a:ext uri="{FF2B5EF4-FFF2-40B4-BE49-F238E27FC236}">
                <ns2:creationId id="{D510E566-9CC0-40F6-883F-6C145D41DED9}"/>
              </a:ext>
            </a:extLst>
          </p:cNvPr>
          <p:cNvSpPr>
            <a:spLocks noGrp="1"/>
          </p:cNvSpPr>
          <p:nvPr/>
        </p:nvSpPr>
        <p:spPr>
          <a:xfrm>
            <a:off x="3143250" y="41719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A7EB7615-5AFB-4D35-92F2-CC93B25A21C7}"/>
              </a:ext>
            </a:extLst>
          </p:cNvPr>
          <p:cNvSpPr>
            <a:spLocks noGrp="1"/>
          </p:cNvSpPr>
          <p:nvPr/>
        </p:nvSpPr>
        <p:spPr>
          <a:xfrm>
            <a:off x="3143250" y="4171950"/>
            <a:ext cx="1071563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DDCE16E3-01EC-41F7-BFC3-9FA4A257C6F2}"/>
              </a:ext>
            </a:extLst>
          </p:cNvPr>
          <p:cNvSpPr>
            <a:spLocks noGrp="1"/>
          </p:cNvSpPr>
          <p:nvPr/>
        </p:nvSpPr>
        <p:spPr>
          <a:xfrm>
            <a:off x="5029200" y="40767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薪火计划牵头支撑</a:t>
            </a:r>
          </a:p>
        </p:txBody>
      </p:sp>
      <p:sp>
        <p:nvSpPr>
          <p:cNvPr id="26" name="">
            <a:extLst>
              <a:ext uri="{FF2B5EF4-FFF2-40B4-BE49-F238E27FC236}">
                <ns2:creationId id="{A74E5133-0CEB-4798-A594-1155653427C7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工程管理中心</a:t>
            </a:r>
          </a:p>
        </p:txBody>
      </p:sp>
      <p:sp>
        <p:nvSpPr>
          <p:cNvPr id="27" name="">
            <a:extLst>
              <a:ext uri="{FF2B5EF4-FFF2-40B4-BE49-F238E27FC236}">
                <ns2:creationId id="{CF969D3A-ACB0-494F-90FB-6391B139324E}"/>
              </a:ext>
            </a:extLst>
          </p:cNvPr>
          <p:cNvSpPr>
            <a:spLocks noGrp="1"/>
          </p:cNvSpPr>
          <p:nvPr/>
        </p:nvSpPr>
        <p:spPr>
          <a:xfrm>
            <a:off x="3143250" y="46672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1F8FE7B9-2C10-4081-80C6-7E528B23C5FA}"/>
              </a:ext>
            </a:extLst>
          </p:cNvPr>
          <p:cNvSpPr>
            <a:spLocks noGrp="1"/>
          </p:cNvSpPr>
          <p:nvPr/>
        </p:nvSpPr>
        <p:spPr>
          <a:xfrm>
            <a:off x="3143250" y="4667250"/>
            <a:ext cx="964406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668FC7C2-2C4D-4901-8395-6A388690AA77}"/>
              </a:ext>
            </a:extLst>
          </p:cNvPr>
          <p:cNvSpPr>
            <a:spLocks noGrp="1"/>
          </p:cNvSpPr>
          <p:nvPr/>
        </p:nvSpPr>
        <p:spPr>
          <a:xfrm>
            <a:off x="5029200" y="45720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工程资料和流程</a:t>
            </a:r>
          </a:p>
        </p:txBody>
      </p:sp>
      <p:sp>
        <p:nvSpPr>
          <p:cNvPr id="30" name="">
            <a:extLst>
              <a:ext uri="{FF2B5EF4-FFF2-40B4-BE49-F238E27FC236}">
                <ns2:creationId id="{2C187E1C-7702-4600-A4AD-C855750E8C2E}"/>
              </a:ext>
            </a:extLst>
          </p:cNvPr>
          <p:cNvSpPr>
            <a:spLocks noGrp="1"/>
          </p:cNvSpPr>
          <p:nvPr/>
        </p:nvSpPr>
        <p:spPr>
          <a:xfrm>
            <a:off x="666750" y="5067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成本合约中心</a:t>
            </a:r>
          </a:p>
        </p:txBody>
      </p:sp>
      <p:sp>
        <p:nvSpPr>
          <p:cNvPr id="31" name="">
            <a:extLst>
              <a:ext uri="{FF2B5EF4-FFF2-40B4-BE49-F238E27FC236}">
                <ns2:creationId id="{324684DF-AA81-4822-A1B4-025D2C2588BE}"/>
              </a:ext>
            </a:extLst>
          </p:cNvPr>
          <p:cNvSpPr>
            <a:spLocks noGrp="1"/>
          </p:cNvSpPr>
          <p:nvPr/>
        </p:nvSpPr>
        <p:spPr>
          <a:xfrm>
            <a:off x="3143250" y="51625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3D7BCEBD-FDA2-45DA-B86C-28E4ED20B309}"/>
              </a:ext>
            </a:extLst>
          </p:cNvPr>
          <p:cNvSpPr>
            <a:spLocks noGrp="1"/>
          </p:cNvSpPr>
          <p:nvPr/>
        </p:nvSpPr>
        <p:spPr>
          <a:xfrm>
            <a:off x="3143250" y="5162550"/>
            <a:ext cx="964406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6F65D016-13F2-4D3F-B2AC-F38D9C16D105}"/>
              </a:ext>
            </a:extLst>
          </p:cNvPr>
          <p:cNvSpPr>
            <a:spLocks noGrp="1"/>
          </p:cNvSpPr>
          <p:nvPr/>
        </p:nvSpPr>
        <p:spPr>
          <a:xfrm>
            <a:off x="5029200" y="50673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成本复核和清单</a:t>
            </a:r>
          </a:p>
        </p:txBody>
      </p:sp>
      <p:sp>
        <p:nvSpPr>
          <p:cNvPr id="34" name="">
            <a:extLst>
              <a:ext uri="{FF2B5EF4-FFF2-40B4-BE49-F238E27FC236}">
                <ns2:creationId id="{64E7FF96-D68E-4352-9C0B-541ED70EC479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综合管理中心</a:t>
            </a:r>
          </a:p>
        </p:txBody>
      </p:sp>
      <p:sp>
        <p:nvSpPr>
          <p:cNvPr id="35" name="">
            <a:extLst>
              <a:ext uri="{FF2B5EF4-FFF2-40B4-BE49-F238E27FC236}">
                <ns2:creationId id="{B2031B4E-3554-4198-8A12-F5910C7CF9D6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78ACD2D2-0CE2-4907-84D6-0AE6740745CA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857250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ABB75E52-AD6A-4C94-86B2-E1270B170EC6}"/>
              </a:ext>
            </a:extLst>
          </p:cNvPr>
          <p:cNvSpPr>
            <a:spLocks noGrp="1"/>
          </p:cNvSpPr>
          <p:nvPr/>
        </p:nvSpPr>
        <p:spPr>
          <a:xfrm>
            <a:off x="10648950" y="20955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公文/OA材料</a:t>
            </a:r>
          </a:p>
        </p:txBody>
      </p:sp>
      <p:sp>
        <p:nvSpPr>
          <p:cNvPr id="38" name="">
            <a:extLst>
              <a:ext uri="{FF2B5EF4-FFF2-40B4-BE49-F238E27FC236}">
                <ns2:creationId id="{84582920-C4E2-43F8-8521-635103D7661A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财务管理中心</a:t>
            </a:r>
          </a:p>
        </p:txBody>
      </p:sp>
      <p:sp>
        <p:nvSpPr>
          <p:cNvPr id="39" name="">
            <a:extLst>
              <a:ext uri="{FF2B5EF4-FFF2-40B4-BE49-F238E27FC236}">
                <ns2:creationId id="{F85D79EB-181C-4D75-8FC0-E01E8A6079D1}"/>
              </a:ext>
            </a:extLst>
          </p:cNvPr>
          <p:cNvSpPr>
            <a:spLocks noGrp="1"/>
          </p:cNvSpPr>
          <p:nvPr/>
        </p:nvSpPr>
        <p:spPr>
          <a:xfrm>
            <a:off x="8763000" y="26860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9C63A1FA-8E1F-4967-BC8D-58A7A548F2FE}"/>
              </a:ext>
            </a:extLst>
          </p:cNvPr>
          <p:cNvSpPr>
            <a:spLocks noGrp="1"/>
          </p:cNvSpPr>
          <p:nvPr/>
        </p:nvSpPr>
        <p:spPr>
          <a:xfrm>
            <a:off x="8763000" y="2686050"/>
            <a:ext cx="857250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2993D727-C157-41C1-ACAF-358CF718A821}"/>
              </a:ext>
            </a:extLst>
          </p:cNvPr>
          <p:cNvSpPr>
            <a:spLocks noGrp="1"/>
          </p:cNvSpPr>
          <p:nvPr/>
        </p:nvSpPr>
        <p:spPr>
          <a:xfrm>
            <a:off x="10648950" y="25908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报表和对账</a:t>
            </a:r>
          </a:p>
        </p:txBody>
      </p:sp>
      <p:sp>
        <p:nvSpPr>
          <p:cNvPr id="42" name="">
            <a:extLst>
              <a:ext uri="{FF2B5EF4-FFF2-40B4-BE49-F238E27FC236}">
                <ns2:creationId id="{2074507E-CC2A-49A7-A26B-CDB0F665F155}"/>
              </a:ext>
            </a:extLst>
          </p:cNvPr>
          <p:cNvSpPr>
            <a:spLocks noGrp="1"/>
          </p:cNvSpPr>
          <p:nvPr/>
        </p:nvSpPr>
        <p:spPr>
          <a:xfrm>
            <a:off x="6286500" y="30861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投资发展中心</a:t>
            </a:r>
          </a:p>
        </p:txBody>
      </p:sp>
      <p:sp>
        <p:nvSpPr>
          <p:cNvPr id="43" name="">
            <a:extLst>
              <a:ext uri="{FF2B5EF4-FFF2-40B4-BE49-F238E27FC236}">
                <ns2:creationId id="{2AEE330E-D7E8-4FC0-A191-BE782A4D363E}"/>
              </a:ext>
            </a:extLst>
          </p:cNvPr>
          <p:cNvSpPr>
            <a:spLocks noGrp="1"/>
          </p:cNvSpPr>
          <p:nvPr/>
        </p:nvSpPr>
        <p:spPr>
          <a:xfrm>
            <a:off x="8763000" y="31813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D93B2A10-A795-4E3B-8937-4599C60FD5CD}"/>
              </a:ext>
            </a:extLst>
          </p:cNvPr>
          <p:cNvSpPr>
            <a:spLocks noGrp="1"/>
          </p:cNvSpPr>
          <p:nvPr/>
        </p:nvSpPr>
        <p:spPr>
          <a:xfrm>
            <a:off x="8763000" y="3181350"/>
            <a:ext cx="750094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35D30AEE-5106-4CF7-AEC9-997E4B328616}"/>
              </a:ext>
            </a:extLst>
          </p:cNvPr>
          <p:cNvSpPr>
            <a:spLocks noGrp="1"/>
          </p:cNvSpPr>
          <p:nvPr/>
        </p:nvSpPr>
        <p:spPr>
          <a:xfrm>
            <a:off x="10648950" y="30861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项目信息核验</a:t>
            </a:r>
          </a:p>
        </p:txBody>
      </p:sp>
      <p:sp>
        <p:nvSpPr>
          <p:cNvPr id="46" name="">
            <a:extLst>
              <a:ext uri="{FF2B5EF4-FFF2-40B4-BE49-F238E27FC236}">
                <ns2:creationId id="{7006F228-C2C4-4897-86C2-BC8E818A0CA1}"/>
              </a:ext>
            </a:extLst>
          </p:cNvPr>
          <p:cNvSpPr>
            <a:spLocks noGrp="1"/>
          </p:cNvSpPr>
          <p:nvPr/>
        </p:nvSpPr>
        <p:spPr>
          <a:xfrm>
            <a:off x="6286500" y="35814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其他单位</a:t>
            </a:r>
          </a:p>
        </p:txBody>
      </p:sp>
      <p:sp>
        <p:nvSpPr>
          <p:cNvPr id="47" name="">
            <a:extLst>
              <a:ext uri="{FF2B5EF4-FFF2-40B4-BE49-F238E27FC236}">
                <ns2:creationId id="{4CE5B8F1-5A0D-4FC9-85E8-52EA0821E45C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>
              <a:ext uri="{FF2B5EF4-FFF2-40B4-BE49-F238E27FC236}">
                <ns2:creationId id="{435DD9BD-6043-454A-85A7-9253119FCA3D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750094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>
              <a:ext uri="{FF2B5EF4-FFF2-40B4-BE49-F238E27FC236}">
                <ns2:creationId id="{A4AC6F3D-9C52-4D1B-86A8-995C96D3DFC8}"/>
              </a:ext>
            </a:extLst>
          </p:cNvPr>
          <p:cNvSpPr>
            <a:spLocks noGrp="1"/>
          </p:cNvSpPr>
          <p:nvPr/>
        </p:nvSpPr>
        <p:spPr>
          <a:xfrm>
            <a:off x="10648950" y="35814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均纳入方向确认</a:t>
            </a:r>
          </a:p>
        </p:txBody>
      </p:sp>
      <p:sp>
        <p:nvSpPr>
          <p:cNvPr id="50" name="">
            <a:extLst>
              <a:ext uri="{FF2B5EF4-FFF2-40B4-BE49-F238E27FC236}">
                <ns2:creationId id="{6F3254E1-4925-4FC9-96C0-EF14CDAFCA83}"/>
              </a:ext>
            </a:extLst>
          </p:cNvPr>
          <p:cNvSpPr>
            <a:spLocks noGrp="1"/>
          </p:cNvSpPr>
          <p:nvPr/>
        </p:nvSpPr>
        <p:spPr>
          <a:xfrm>
            <a:off x="6286500" y="40767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">
            <a:extLst>
              <a:ext uri="{FF2B5EF4-FFF2-40B4-BE49-F238E27FC236}">
                <ns2:creationId id="{F1BAA6F2-A9BF-4A27-AEAF-2FE7215117F3}"/>
              </a:ext>
            </a:extLst>
          </p:cNvPr>
          <p:cNvSpPr>
            <a:spLocks noGrp="1"/>
          </p:cNvSpPr>
          <p:nvPr/>
        </p:nvSpPr>
        <p:spPr>
          <a:xfrm>
            <a:off x="8763000" y="41719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>
              <a:ext uri="{FF2B5EF4-FFF2-40B4-BE49-F238E27FC236}">
                <ns2:creationId id="{85DF239B-601B-493E-BCCF-53CF81D82AC7}"/>
              </a:ext>
            </a:extLst>
          </p:cNvPr>
          <p:cNvSpPr>
            <a:spLocks noGrp="1"/>
          </p:cNvSpPr>
          <p:nvPr/>
        </p:nvSpPr>
        <p:spPr>
          <a:xfrm>
            <a:off x="8763000" y="4171950"/>
            <a:ext cx="750094" cy="95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>
              <a:ext uri="{FF2B5EF4-FFF2-40B4-BE49-F238E27FC236}">
                <ns2:creationId id="{13717344-488D-420A-A002-69D011381409}"/>
              </a:ext>
            </a:extLst>
          </p:cNvPr>
          <p:cNvSpPr>
            <a:spLocks noGrp="1"/>
          </p:cNvSpPr>
          <p:nvPr/>
        </p:nvSpPr>
        <p:spPr>
          <a:xfrm>
            <a:off x="10648950" y="40767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4" name="">
            <a:extLst>
              <a:ext uri="{FF2B5EF4-FFF2-40B4-BE49-F238E27FC236}">
                <ns2:creationId id="{C744E87B-A2A1-415F-8F8E-9FE916BD1325}"/>
              </a:ext>
            </a:extLst>
          </p:cNvPr>
          <p:cNvSpPr>
            <a:spLocks noGrp="1"/>
          </p:cNvSpPr>
          <p:nvPr/>
        </p:nvSpPr>
        <p:spPr>
          <a:xfrm>
            <a:off x="6286500" y="45720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">
            <a:extLst>
              <a:ext uri="{FF2B5EF4-FFF2-40B4-BE49-F238E27FC236}">
                <ns2:creationId id="{842C9C85-2D72-44D4-A267-0348C203DCBC}"/>
              </a:ext>
            </a:extLst>
          </p:cNvPr>
          <p:cNvSpPr>
            <a:spLocks noGrp="1"/>
          </p:cNvSpPr>
          <p:nvPr/>
        </p:nvSpPr>
        <p:spPr>
          <a:xfrm>
            <a:off x="8763000" y="46672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>
              <a:ext uri="{FF2B5EF4-FFF2-40B4-BE49-F238E27FC236}">
                <ns2:creationId id="{30060012-903E-4130-9515-643E6D6D0DB9}"/>
              </a:ext>
            </a:extLst>
          </p:cNvPr>
          <p:cNvSpPr>
            <a:spLocks noGrp="1"/>
          </p:cNvSpPr>
          <p:nvPr/>
        </p:nvSpPr>
        <p:spPr>
          <a:xfrm>
            <a:off x="8763000" y="4667250"/>
            <a:ext cx="428625" cy="952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>
              <a:ext uri="{FF2B5EF4-FFF2-40B4-BE49-F238E27FC236}">
                <ns2:creationId id="{AB45396C-895F-4C8F-9468-CBF153F83DC5}"/>
              </a:ext>
            </a:extLst>
          </p:cNvPr>
          <p:cNvSpPr>
            <a:spLocks noGrp="1"/>
          </p:cNvSpPr>
          <p:nvPr/>
        </p:nvSpPr>
        <p:spPr>
          <a:xfrm>
            <a:off x="10648950" y="45720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">
            <a:extLst>
              <a:ext uri="{FF2B5EF4-FFF2-40B4-BE49-F238E27FC236}">
                <ns2:creationId id="{A2EF6828-3C2F-4C15-A9FA-FDA643C950C9}"/>
              </a:ext>
            </a:extLst>
          </p:cNvPr>
          <p:cNvSpPr>
            <a:spLocks noGrp="1"/>
          </p:cNvSpPr>
          <p:nvPr/>
        </p:nvSpPr>
        <p:spPr>
          <a:xfrm>
            <a:off x="6286500" y="5067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9" name="">
            <a:extLst>
              <a:ext uri="{FF2B5EF4-FFF2-40B4-BE49-F238E27FC236}">
                <ns2:creationId id="{2F1720EF-BC6D-43D3-94BE-D1EDA7802430}"/>
              </a:ext>
            </a:extLst>
          </p:cNvPr>
          <p:cNvSpPr>
            <a:spLocks noGrp="1"/>
          </p:cNvSpPr>
          <p:nvPr/>
        </p:nvSpPr>
        <p:spPr>
          <a:xfrm>
            <a:off x="8763000" y="5162550"/>
            <a:ext cx="1714500" cy="95250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>
              <a:ext uri="{FF2B5EF4-FFF2-40B4-BE49-F238E27FC236}">
                <ns2:creationId id="{8EBBFE21-4FFA-4175-9807-8D4F2175BF14}"/>
              </a:ext>
            </a:extLst>
          </p:cNvPr>
          <p:cNvSpPr>
            <a:spLocks noGrp="1"/>
          </p:cNvSpPr>
          <p:nvPr/>
        </p:nvSpPr>
        <p:spPr>
          <a:xfrm>
            <a:off x="8763000" y="5162550"/>
            <a:ext cx="321469" cy="952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>
              <a:ext uri="{FF2B5EF4-FFF2-40B4-BE49-F238E27FC236}">
                <ns2:creationId id="{2439B334-B727-4D97-921A-A8F714058EF3}"/>
              </a:ext>
            </a:extLst>
          </p:cNvPr>
          <p:cNvSpPr>
            <a:spLocks noGrp="1"/>
          </p:cNvSpPr>
          <p:nvPr/>
        </p:nvSpPr>
        <p:spPr>
          <a:xfrm>
            <a:off x="10648950" y="50673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2" name="quote-4-映射说明">
            <a:extLst>
              <a:ext uri="{FF2B5EF4-FFF2-40B4-BE49-F238E27FC236}">
                <ns2:creationId id="{11A55E52-17C5-447D-8512-97934935EA5B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572750" cy="7429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63" name="">
            <a:extLst>
              <a:ext uri="{FF2B5EF4-FFF2-40B4-BE49-F238E27FC236}">
                <ns2:creationId id="{5C5D9930-2440-4DC8-8875-2B6CDCE881CB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47625" cy="7429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>
              <a:ext uri="{FF2B5EF4-FFF2-40B4-BE49-F238E27FC236}">
                <ns2:creationId id="{7FF816F4-2C36-404C-92B3-D73E797B2B7C}"/>
              </a:ext>
            </a:extLst>
          </p:cNvPr>
          <p:cNvSpPr>
            <a:spLocks noGrp="1"/>
          </p:cNvSpPr>
          <p:nvPr/>
        </p:nvSpPr>
        <p:spPr>
          <a:xfrm>
            <a:off x="838200" y="57340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5" name="">
            <a:extLst>
              <a:ext uri="{FF2B5EF4-FFF2-40B4-BE49-F238E27FC236}">
                <ns2:creationId id="{702C980E-1FDC-4825-A72F-7710588E4C65}"/>
              </a:ext>
            </a:extLst>
          </p:cNvPr>
          <p:cNvSpPr>
            <a:spLocks noGrp="1"/>
          </p:cNvSpPr>
          <p:nvPr/>
        </p:nvSpPr>
        <p:spPr>
          <a:xfrm>
            <a:off x="838200" y="5943600"/>
            <a:ext cx="1022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6" name="footer-rule-4">
            <a:extLst>
              <a:ext uri="{FF2B5EF4-FFF2-40B4-BE49-F238E27FC236}">
                <ns2:creationId id="{87E2881E-3B44-4F8B-9A8C-ABB7588A7F5A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footer-source-4">
            <a:extLst>
              <a:ext uri="{FF2B5EF4-FFF2-40B4-BE49-F238E27FC236}">
                <ns2:creationId id="{58808717-9734-45F8-9C83-133CD8F45C42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8" name="footer-page-4">
            <a:extLst>
              <a:ext uri="{FF2B5EF4-FFF2-40B4-BE49-F238E27FC236}">
                <ns2:creationId id="{32EE8DF0-FEE8-4ECD-8B22-71D5D0AB7445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869682959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5">
            <a:extLst>
              <a:ext uri="{FF2B5EF4-FFF2-40B4-BE49-F238E27FC236}">
                <ns2:creationId id="{18E10BEF-536D-4307-BB2C-64A7B8130C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ns2:creationId id="{E49A8944-16A5-4A90-AC09-0174777CCF4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ns2:creationId id="{124683CB-FF20-422F-B4B9-908DC2FA5524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共性需求</a:t>
            </a:r>
          </a:p>
        </p:txBody>
      </p:sp>
      <p:sp>
        <p:nvSpPr>
          <p:cNvPr id="4" name="title-5">
            <a:extLst>
              <a:ext uri="{FF2B5EF4-FFF2-40B4-BE49-F238E27FC236}">
                <ns2:creationId id="{E306C085-543A-441C-9ACF-3A288BEE844C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共性场景集中在材料、数据、知识和流程</a:t>
            </a:r>
          </a:p>
        </p:txBody>
      </p:sp>
      <p:sp>
        <p:nvSpPr>
          <p:cNvPr id="5" name="support-5">
            <a:extLst>
              <a:ext uri="{FF2B5EF4-FFF2-40B4-BE49-F238E27FC236}">
                <ns2:creationId id="{82602F05-9518-432A-8844-9E4597FFED43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这些方向适合优先进入薪火计划，形成共享模板和跨单位复制经验。</a:t>
            </a:r>
          </a:p>
        </p:txBody>
      </p:sp>
      <p:sp>
        <p:nvSpPr>
          <p:cNvPr id="6" name="">
            <a:extLst>
              <a:ext uri="{FF2B5EF4-FFF2-40B4-BE49-F238E27FC236}">
                <ns2:creationId id="{D6579740-0A9D-42FC-815C-358E6585DFC4}"/>
              </a:ext>
            </a:extLst>
          </p:cNvPr>
          <p:cNvSpPr>
            <a:spLocks noGrp="1"/>
          </p:cNvSpPr>
          <p:nvPr/>
        </p:nvSpPr>
        <p:spPr>
          <a:xfrm>
            <a:off x="666750" y="2124075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报告、文案与PPT</a:t>
            </a:r>
          </a:p>
        </p:txBody>
      </p:sp>
      <p:sp>
        <p:nvSpPr>
          <p:cNvPr id="7" name="bar-track-5-0">
            <a:extLst>
              <a:ext uri="{FF2B5EF4-FFF2-40B4-BE49-F238E27FC236}">
                <ns2:creationId id="{B2D68EA5-D609-4F36-8EC3-1BC0BE5E6047}"/>
              </a:ext>
            </a:extLst>
          </p:cNvPr>
          <p:cNvSpPr>
            <a:spLocks noGrp="1"/>
          </p:cNvSpPr>
          <p:nvPr/>
        </p:nvSpPr>
        <p:spPr>
          <a:xfrm>
            <a:off x="2762250" y="2237184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ar-5-0">
            <a:extLst>
              <a:ext uri="{FF2B5EF4-FFF2-40B4-BE49-F238E27FC236}">
                <ns2:creationId id="{167BB552-3AB2-4F9D-BDF0-0577456448E7}"/>
              </a:ext>
            </a:extLst>
          </p:cNvPr>
          <p:cNvSpPr>
            <a:spLocks noGrp="1"/>
          </p:cNvSpPr>
          <p:nvPr/>
        </p:nvSpPr>
        <p:spPr>
          <a:xfrm>
            <a:off x="2762250" y="2237184"/>
            <a:ext cx="4297680" cy="100013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155FA1EF-70C5-454E-BD8D-AF2F7435E61D}"/>
              </a:ext>
            </a:extLst>
          </p:cNvPr>
          <p:cNvSpPr>
            <a:spLocks noGrp="1"/>
          </p:cNvSpPr>
          <p:nvPr/>
        </p:nvSpPr>
        <p:spPr>
          <a:xfrm>
            <a:off x="7334250" y="2114550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48人</a:t>
            </a:r>
          </a:p>
        </p:txBody>
      </p:sp>
      <p:sp>
        <p:nvSpPr>
          <p:cNvPr id="10" name="">
            <a:extLst>
              <a:ext uri="{FF2B5EF4-FFF2-40B4-BE49-F238E27FC236}">
                <ns2:creationId id="{D1769955-2F60-4E8F-B1BD-7491460669D3}"/>
              </a:ext>
            </a:extLst>
          </p:cNvPr>
          <p:cNvSpPr>
            <a:spLocks noGrp="1"/>
          </p:cNvSpPr>
          <p:nvPr/>
        </p:nvSpPr>
        <p:spPr>
          <a:xfrm>
            <a:off x="666750" y="2540794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数据处理与分析</a:t>
            </a:r>
          </a:p>
        </p:txBody>
      </p:sp>
      <p:sp>
        <p:nvSpPr>
          <p:cNvPr id="11" name="bar-track-5-1">
            <a:extLst>
              <a:ext uri="{FF2B5EF4-FFF2-40B4-BE49-F238E27FC236}">
                <ns2:creationId id="{DED9E1CD-28CA-401C-87F7-24D1ECB4B745}"/>
              </a:ext>
            </a:extLst>
          </p:cNvPr>
          <p:cNvSpPr>
            <a:spLocks noGrp="1"/>
          </p:cNvSpPr>
          <p:nvPr/>
        </p:nvSpPr>
        <p:spPr>
          <a:xfrm>
            <a:off x="2762250" y="2653903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ar-5-1">
            <a:extLst>
              <a:ext uri="{FF2B5EF4-FFF2-40B4-BE49-F238E27FC236}">
                <ns2:creationId id="{E16BC172-5F38-4920-81DE-05542DD991D7}"/>
              </a:ext>
            </a:extLst>
          </p:cNvPr>
          <p:cNvSpPr>
            <a:spLocks noGrp="1"/>
          </p:cNvSpPr>
          <p:nvPr/>
        </p:nvSpPr>
        <p:spPr>
          <a:xfrm>
            <a:off x="2762250" y="2653903"/>
            <a:ext cx="3760470" cy="100013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DECFD309-DC0E-4AA8-90A9-4D21C663459C}"/>
              </a:ext>
            </a:extLst>
          </p:cNvPr>
          <p:cNvSpPr>
            <a:spLocks noGrp="1"/>
          </p:cNvSpPr>
          <p:nvPr/>
        </p:nvSpPr>
        <p:spPr>
          <a:xfrm>
            <a:off x="7334250" y="2531269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42人</a:t>
            </a:r>
          </a:p>
        </p:txBody>
      </p:sp>
      <p:sp>
        <p:nvSpPr>
          <p:cNvPr id="14" name="">
            <a:extLst>
              <a:ext uri="{FF2B5EF4-FFF2-40B4-BE49-F238E27FC236}">
                <ns2:creationId id="{411A6498-B337-4EB8-B04D-483B5EBE4ACF}"/>
              </a:ext>
            </a:extLst>
          </p:cNvPr>
          <p:cNvSpPr>
            <a:spLocks noGrp="1"/>
          </p:cNvSpPr>
          <p:nvPr/>
        </p:nvSpPr>
        <p:spPr>
          <a:xfrm>
            <a:off x="666750" y="2957513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培训、制度与员工问答</a:t>
            </a:r>
          </a:p>
        </p:txBody>
      </p:sp>
      <p:sp>
        <p:nvSpPr>
          <p:cNvPr id="15" name="bar-track-5-2">
            <a:extLst>
              <a:ext uri="{FF2B5EF4-FFF2-40B4-BE49-F238E27FC236}">
                <ns2:creationId id="{A9A7C39E-8564-4860-93C8-A5DF5696F07F}"/>
              </a:ext>
            </a:extLst>
          </p:cNvPr>
          <p:cNvSpPr>
            <a:spLocks noGrp="1"/>
          </p:cNvSpPr>
          <p:nvPr/>
        </p:nvSpPr>
        <p:spPr>
          <a:xfrm>
            <a:off x="2762250" y="3070622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ar-5-2">
            <a:extLst>
              <a:ext uri="{FF2B5EF4-FFF2-40B4-BE49-F238E27FC236}">
                <ns2:creationId id="{198CC5AF-A979-45AD-B3B7-D9CDDAB65DFC}"/>
              </a:ext>
            </a:extLst>
          </p:cNvPr>
          <p:cNvSpPr>
            <a:spLocks noGrp="1"/>
          </p:cNvSpPr>
          <p:nvPr/>
        </p:nvSpPr>
        <p:spPr>
          <a:xfrm>
            <a:off x="2762250" y="3070622"/>
            <a:ext cx="3670935" cy="100013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1581C224-81AA-452B-BD0F-14158AE8DDA3}"/>
              </a:ext>
            </a:extLst>
          </p:cNvPr>
          <p:cNvSpPr>
            <a:spLocks noGrp="1"/>
          </p:cNvSpPr>
          <p:nvPr/>
        </p:nvSpPr>
        <p:spPr>
          <a:xfrm>
            <a:off x="7334250" y="2947988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41人</a:t>
            </a:r>
          </a:p>
        </p:txBody>
      </p:sp>
      <p:sp>
        <p:nvSpPr>
          <p:cNvPr id="18" name="">
            <a:extLst>
              <a:ext uri="{FF2B5EF4-FFF2-40B4-BE49-F238E27FC236}">
                <ns2:creationId id="{9B6E27A9-7BC4-458D-A5CE-66A559BAA600}"/>
              </a:ext>
            </a:extLst>
          </p:cNvPr>
          <p:cNvSpPr>
            <a:spLocks noGrp="1"/>
          </p:cNvSpPr>
          <p:nvPr/>
        </p:nvSpPr>
        <p:spPr>
          <a:xfrm>
            <a:off x="666750" y="3374231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知识检索与资料管理</a:t>
            </a:r>
          </a:p>
        </p:txBody>
      </p:sp>
      <p:sp>
        <p:nvSpPr>
          <p:cNvPr id="19" name="bar-track-5-3">
            <a:extLst>
              <a:ext uri="{FF2B5EF4-FFF2-40B4-BE49-F238E27FC236}">
                <ns2:creationId id="{29FF1CEB-0FAD-4A76-BB03-AC75026D1674}"/>
              </a:ext>
            </a:extLst>
          </p:cNvPr>
          <p:cNvSpPr>
            <a:spLocks noGrp="1"/>
          </p:cNvSpPr>
          <p:nvPr/>
        </p:nvSpPr>
        <p:spPr>
          <a:xfrm>
            <a:off x="2762250" y="3487341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bar-5-3">
            <a:extLst>
              <a:ext uri="{FF2B5EF4-FFF2-40B4-BE49-F238E27FC236}">
                <ns2:creationId id="{FBE1CDC8-85EF-40B9-9927-03925C06DD4C}"/>
              </a:ext>
            </a:extLst>
          </p:cNvPr>
          <p:cNvSpPr>
            <a:spLocks noGrp="1"/>
          </p:cNvSpPr>
          <p:nvPr/>
        </p:nvSpPr>
        <p:spPr>
          <a:xfrm>
            <a:off x="2762250" y="3487341"/>
            <a:ext cx="2327910" cy="100013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00AB8DA3-1596-4413-A52F-8FADB771B6AE}"/>
              </a:ext>
            </a:extLst>
          </p:cNvPr>
          <p:cNvSpPr>
            <a:spLocks noGrp="1"/>
          </p:cNvSpPr>
          <p:nvPr/>
        </p:nvSpPr>
        <p:spPr>
          <a:xfrm>
            <a:off x="7334250" y="3364706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22" name="">
            <a:extLst>
              <a:ext uri="{FF2B5EF4-FFF2-40B4-BE49-F238E27FC236}">
                <ns2:creationId id="{AF4BCED7-13BC-4648-810F-96DA91E08E1F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流程、审批与跟踪提醒</a:t>
            </a:r>
          </a:p>
        </p:txBody>
      </p:sp>
      <p:sp>
        <p:nvSpPr>
          <p:cNvPr id="23" name="bar-track-5-4">
            <a:extLst>
              <a:ext uri="{FF2B5EF4-FFF2-40B4-BE49-F238E27FC236}">
                <ns2:creationId id="{C2EB57BE-683D-4F64-8F8D-6B86E8C27400}"/>
              </a:ext>
            </a:extLst>
          </p:cNvPr>
          <p:cNvSpPr>
            <a:spLocks noGrp="1"/>
          </p:cNvSpPr>
          <p:nvPr/>
        </p:nvSpPr>
        <p:spPr>
          <a:xfrm>
            <a:off x="2762250" y="3904059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bar-5-4">
            <a:extLst>
              <a:ext uri="{FF2B5EF4-FFF2-40B4-BE49-F238E27FC236}">
                <ns2:creationId id="{E366EBFE-85A7-4409-B671-ED7C3C277A99}"/>
              </a:ext>
            </a:extLst>
          </p:cNvPr>
          <p:cNvSpPr>
            <a:spLocks noGrp="1"/>
          </p:cNvSpPr>
          <p:nvPr/>
        </p:nvSpPr>
        <p:spPr>
          <a:xfrm>
            <a:off x="2762250" y="3904059"/>
            <a:ext cx="1969770" cy="100013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2BD15940-8BDB-4615-9AE8-CAD29008CEFE}"/>
              </a:ext>
            </a:extLst>
          </p:cNvPr>
          <p:cNvSpPr>
            <a:spLocks noGrp="1"/>
          </p:cNvSpPr>
          <p:nvPr/>
        </p:nvSpPr>
        <p:spPr>
          <a:xfrm>
            <a:off x="7334250" y="3781425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22人</a:t>
            </a:r>
          </a:p>
        </p:txBody>
      </p:sp>
      <p:sp>
        <p:nvSpPr>
          <p:cNvPr id="26" name="">
            <a:extLst>
              <a:ext uri="{FF2B5EF4-FFF2-40B4-BE49-F238E27FC236}">
                <ns2:creationId id="{609C2203-FDB4-4C2B-B5AC-3844447D5FC3}"/>
              </a:ext>
            </a:extLst>
          </p:cNvPr>
          <p:cNvSpPr>
            <a:spLocks noGrp="1"/>
          </p:cNvSpPr>
          <p:nvPr/>
        </p:nvSpPr>
        <p:spPr>
          <a:xfrm>
            <a:off x="666750" y="4207669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自动化与重复工作减负</a:t>
            </a:r>
          </a:p>
        </p:txBody>
      </p:sp>
      <p:sp>
        <p:nvSpPr>
          <p:cNvPr id="27" name="bar-track-5-5">
            <a:extLst>
              <a:ext uri="{FF2B5EF4-FFF2-40B4-BE49-F238E27FC236}">
                <ns2:creationId id="{47FD3B0D-AFC5-4167-AC80-2062D1EF60A8}"/>
              </a:ext>
            </a:extLst>
          </p:cNvPr>
          <p:cNvSpPr>
            <a:spLocks noGrp="1"/>
          </p:cNvSpPr>
          <p:nvPr/>
        </p:nvSpPr>
        <p:spPr>
          <a:xfrm>
            <a:off x="2762250" y="4320778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bar-5-5">
            <a:extLst>
              <a:ext uri="{FF2B5EF4-FFF2-40B4-BE49-F238E27FC236}">
                <ns2:creationId id="{CE4B317E-72DA-4AE2-85D5-CECA1B58613E}"/>
              </a:ext>
            </a:extLst>
          </p:cNvPr>
          <p:cNvSpPr>
            <a:spLocks noGrp="1"/>
          </p:cNvSpPr>
          <p:nvPr/>
        </p:nvSpPr>
        <p:spPr>
          <a:xfrm>
            <a:off x="2762250" y="4320778"/>
            <a:ext cx="1432560" cy="100013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7F9CED5E-9C20-477C-ABEF-28D1951458C2}"/>
              </a:ext>
            </a:extLst>
          </p:cNvPr>
          <p:cNvSpPr>
            <a:spLocks noGrp="1"/>
          </p:cNvSpPr>
          <p:nvPr/>
        </p:nvSpPr>
        <p:spPr>
          <a:xfrm>
            <a:off x="7334250" y="4198144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16人</a:t>
            </a:r>
          </a:p>
        </p:txBody>
      </p:sp>
      <p:sp>
        <p:nvSpPr>
          <p:cNvPr id="30" name="">
            <a:extLst>
              <a:ext uri="{FF2B5EF4-FFF2-40B4-BE49-F238E27FC236}">
                <ns2:creationId id="{71C199C9-2848-4641-84B5-3F66AA6B4414}"/>
              </a:ext>
            </a:extLst>
          </p:cNvPr>
          <p:cNvSpPr>
            <a:spLocks noGrp="1"/>
          </p:cNvSpPr>
          <p:nvPr/>
        </p:nvSpPr>
        <p:spPr>
          <a:xfrm>
            <a:off x="666750" y="4624388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图像、视频与营销创意</a:t>
            </a:r>
          </a:p>
        </p:txBody>
      </p:sp>
      <p:sp>
        <p:nvSpPr>
          <p:cNvPr id="31" name="bar-track-5-6">
            <a:extLst>
              <a:ext uri="{FF2B5EF4-FFF2-40B4-BE49-F238E27FC236}">
                <ns2:creationId id="{B42D6AF7-4651-44E6-B932-C16C88D36A83}"/>
              </a:ext>
            </a:extLst>
          </p:cNvPr>
          <p:cNvSpPr>
            <a:spLocks noGrp="1"/>
          </p:cNvSpPr>
          <p:nvPr/>
        </p:nvSpPr>
        <p:spPr>
          <a:xfrm>
            <a:off x="2762250" y="4737497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bar-5-6">
            <a:extLst>
              <a:ext uri="{FF2B5EF4-FFF2-40B4-BE49-F238E27FC236}">
                <ns2:creationId id="{D12AE8C6-5AB5-432C-BDF5-45C73F951E6C}"/>
              </a:ext>
            </a:extLst>
          </p:cNvPr>
          <p:cNvSpPr>
            <a:spLocks noGrp="1"/>
          </p:cNvSpPr>
          <p:nvPr/>
        </p:nvSpPr>
        <p:spPr>
          <a:xfrm>
            <a:off x="2762250" y="4737497"/>
            <a:ext cx="805815" cy="100013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03EF6151-7424-4AEA-A692-E4AC85EB6CAF}"/>
              </a:ext>
            </a:extLst>
          </p:cNvPr>
          <p:cNvSpPr>
            <a:spLocks noGrp="1"/>
          </p:cNvSpPr>
          <p:nvPr/>
        </p:nvSpPr>
        <p:spPr>
          <a:xfrm>
            <a:off x="7334250" y="4614863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9人</a:t>
            </a:r>
          </a:p>
        </p:txBody>
      </p:sp>
      <p:sp>
        <p:nvSpPr>
          <p:cNvPr id="34" name="">
            <a:extLst>
              <a:ext uri="{FF2B5EF4-FFF2-40B4-BE49-F238E27FC236}">
                <ns2:creationId id="{F692B87B-4F32-4998-9AF8-A4BEB1C2D916}"/>
              </a:ext>
            </a:extLst>
          </p:cNvPr>
          <p:cNvSpPr>
            <a:spLocks noGrp="1"/>
          </p:cNvSpPr>
          <p:nvPr/>
        </p:nvSpPr>
        <p:spPr>
          <a:xfrm>
            <a:off x="666750" y="5041106"/>
            <a:ext cx="2000250" cy="35956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专业审查、核验与风险识别</a:t>
            </a:r>
          </a:p>
        </p:txBody>
      </p:sp>
      <p:sp>
        <p:nvSpPr>
          <p:cNvPr id="35" name="bar-track-5-7">
            <a:extLst>
              <a:ext uri="{FF2B5EF4-FFF2-40B4-BE49-F238E27FC236}">
                <ns2:creationId id="{D9A9656D-85DF-4971-8AAF-9CE0844AB740}"/>
              </a:ext>
            </a:extLst>
          </p:cNvPr>
          <p:cNvSpPr>
            <a:spLocks noGrp="1"/>
          </p:cNvSpPr>
          <p:nvPr/>
        </p:nvSpPr>
        <p:spPr>
          <a:xfrm>
            <a:off x="2762250" y="5154216"/>
            <a:ext cx="4476750" cy="100013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bar-5-7">
            <a:extLst>
              <a:ext uri="{FF2B5EF4-FFF2-40B4-BE49-F238E27FC236}">
                <ns2:creationId id="{0C6E36F8-E20F-4666-A8C0-96EC74FE716B}"/>
              </a:ext>
            </a:extLst>
          </p:cNvPr>
          <p:cNvSpPr>
            <a:spLocks noGrp="1"/>
          </p:cNvSpPr>
          <p:nvPr/>
        </p:nvSpPr>
        <p:spPr>
          <a:xfrm>
            <a:off x="2762250" y="5154216"/>
            <a:ext cx="716280" cy="100013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184F0408-F6C3-4947-B1AC-8013E19048E3}"/>
              </a:ext>
            </a:extLst>
          </p:cNvPr>
          <p:cNvSpPr>
            <a:spLocks noGrp="1"/>
          </p:cNvSpPr>
          <p:nvPr/>
        </p:nvSpPr>
        <p:spPr>
          <a:xfrm>
            <a:off x="7334250" y="5031581"/>
            <a:ext cx="571500" cy="3786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8人</a:t>
            </a:r>
          </a:p>
        </p:txBody>
      </p:sp>
      <p:sp>
        <p:nvSpPr>
          <p:cNvPr id="38" name="common-outcomes">
            <a:extLst>
              <a:ext uri="{FF2B5EF4-FFF2-40B4-BE49-F238E27FC236}">
                <ns2:creationId id="{41129267-DA65-40C7-B9B7-2AE8025E5FC5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7622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85C3518B-2586-4D64-A5FC-2CAF85605C38}"/>
              </a:ext>
            </a:extLst>
          </p:cNvPr>
          <p:cNvSpPr>
            <a:spLocks noGrp="1"/>
          </p:cNvSpPr>
          <p:nvPr/>
        </p:nvSpPr>
        <p:spPr>
          <a:xfrm>
            <a:off x="8724900" y="24193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薪火选题</a:t>
            </a:r>
          </a:p>
        </p:txBody>
      </p:sp>
      <p:sp>
        <p:nvSpPr>
          <p:cNvPr id="40" name="">
            <a:extLst>
              <a:ext uri="{FF2B5EF4-FFF2-40B4-BE49-F238E27FC236}">
                <ns2:creationId id="{FE49AAF3-DF33-4065-AE17-790CB739BE2C}"/>
              </a:ext>
            </a:extLst>
          </p:cNvPr>
          <p:cNvSpPr>
            <a:spLocks noGrp="1"/>
          </p:cNvSpPr>
          <p:nvPr/>
        </p:nvSpPr>
        <p:spPr>
          <a:xfrm>
            <a:off x="8763000" y="3009900"/>
            <a:ext cx="85725" cy="8572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C14E3A02-372D-4F21-A7F8-31843336DCE2}"/>
              </a:ext>
            </a:extLst>
          </p:cNvPr>
          <p:cNvSpPr>
            <a:spLocks noGrp="1"/>
          </p:cNvSpPr>
          <p:nvPr/>
        </p:nvSpPr>
        <p:spPr>
          <a:xfrm>
            <a:off x="8991600" y="289560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公文、Excel、会议纪要、知识检索</a:t>
            </a:r>
          </a:p>
        </p:txBody>
      </p:sp>
      <p:sp>
        <p:nvSpPr>
          <p:cNvPr id="42" name="">
            <a:extLst>
              <a:ext uri="{FF2B5EF4-FFF2-40B4-BE49-F238E27FC236}">
                <ns2:creationId id="{2CC016C2-5896-45CB-ACD0-3B29D4B20CE5}"/>
              </a:ext>
            </a:extLst>
          </p:cNvPr>
          <p:cNvSpPr>
            <a:spLocks noGrp="1"/>
          </p:cNvSpPr>
          <p:nvPr/>
        </p:nvSpPr>
        <p:spPr>
          <a:xfrm>
            <a:off x="8763000" y="3429000"/>
            <a:ext cx="85725" cy="8572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8AC04BD0-7E86-41CB-B11B-7374B43489E1}"/>
              </a:ext>
            </a:extLst>
          </p:cNvPr>
          <p:cNvSpPr>
            <a:spLocks noGrp="1"/>
          </p:cNvSpPr>
          <p:nvPr/>
        </p:nvSpPr>
        <p:spPr>
          <a:xfrm>
            <a:off x="8991600" y="331470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4" name="">
            <a:extLst>
              <a:ext uri="{FF2B5EF4-FFF2-40B4-BE49-F238E27FC236}">
                <ns2:creationId id="{F8D6ED93-045B-4827-B264-215E406D8A88}"/>
              </a:ext>
            </a:extLst>
          </p:cNvPr>
          <p:cNvSpPr>
            <a:spLocks noGrp="1"/>
          </p:cNvSpPr>
          <p:nvPr/>
        </p:nvSpPr>
        <p:spPr>
          <a:xfrm>
            <a:off x="8763000" y="3848100"/>
            <a:ext cx="85725" cy="8572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FBC32E7E-CC22-442B-A8FE-9A385D3B24BB}"/>
              </a:ext>
            </a:extLst>
          </p:cNvPr>
          <p:cNvSpPr>
            <a:spLocks noGrp="1"/>
          </p:cNvSpPr>
          <p:nvPr/>
        </p:nvSpPr>
        <p:spPr>
          <a:xfrm>
            <a:off x="8991600" y="373380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">
            <a:extLst>
              <a:ext uri="{FF2B5EF4-FFF2-40B4-BE49-F238E27FC236}">
                <ns2:creationId id="{1C9A45DF-42E8-4C54-BA66-F8FA23B3B3E9}"/>
              </a:ext>
            </a:extLst>
          </p:cNvPr>
          <p:cNvSpPr>
            <a:spLocks noGrp="1"/>
          </p:cNvSpPr>
          <p:nvPr/>
        </p:nvSpPr>
        <p:spPr>
          <a:xfrm>
            <a:off x="8763000" y="4267200"/>
            <a:ext cx="85725" cy="8572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CBF172D0-B459-4041-AA5D-1350CA8BCC3F}"/>
              </a:ext>
            </a:extLst>
          </p:cNvPr>
          <p:cNvSpPr>
            <a:spLocks noGrp="1"/>
          </p:cNvSpPr>
          <p:nvPr/>
        </p:nvSpPr>
        <p:spPr>
          <a:xfrm>
            <a:off x="8991600" y="415290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">
            <a:extLst>
              <a:ext uri="{FF2B5EF4-FFF2-40B4-BE49-F238E27FC236}">
                <ns2:creationId id="{57D9D7B7-EC18-4E68-95D8-889150022A8B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85725" cy="85725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>
              <a:ext uri="{FF2B5EF4-FFF2-40B4-BE49-F238E27FC236}">
                <ns2:creationId id="{1AD5BDE8-D8AB-4C91-AF41-0D0AB79152E9}"/>
              </a:ext>
            </a:extLst>
          </p:cNvPr>
          <p:cNvSpPr>
            <a:spLocks noGrp="1"/>
          </p:cNvSpPr>
          <p:nvPr/>
        </p:nvSpPr>
        <p:spPr>
          <a:xfrm>
            <a:off x="8991600" y="457200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footer-rule-5">
            <a:extLst>
              <a:ext uri="{FF2B5EF4-FFF2-40B4-BE49-F238E27FC236}">
                <ns2:creationId id="{59AD322B-524F-49FD-A15B-D06763A3807C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ooter-source-5">
            <a:extLst>
              <a:ext uri="{FF2B5EF4-FFF2-40B4-BE49-F238E27FC236}">
                <ns2:creationId id="{A3AD4F86-71B2-499B-B04D-CDA97C816F9A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2" name="footer-page-5">
            <a:extLst>
              <a:ext uri="{FF2B5EF4-FFF2-40B4-BE49-F238E27FC236}">
                <ns2:creationId id="{832EE20D-611C-48CD-AE9B-D40DA5405475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264622845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6">
            <a:extLst>
              <a:ext uri="{FF2B5EF4-FFF2-40B4-BE49-F238E27FC236}">
                <ns2:creationId id="{FF18330E-4CE0-437B-B0D5-9DFCFC9E31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ns2:creationId id="{44E12CCB-3B24-4803-B6B0-C0B00D41A07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ns2:creationId id="{82163144-688E-49CD-9D76-416DAE92E161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探索组合</a:t>
            </a:r>
          </a:p>
        </p:txBody>
      </p:sp>
      <p:sp>
        <p:nvSpPr>
          <p:cNvPr id="4" name="title-6">
            <a:extLst>
              <a:ext uri="{FF2B5EF4-FFF2-40B4-BE49-F238E27FC236}">
                <ns2:creationId id="{8CB532AA-B82F-4F6E-B8B3-6EB691544E94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场景组合改为通用启蒙、业务深耕、平台固化三类</a:t>
            </a:r>
          </a:p>
        </p:txBody>
      </p:sp>
      <p:sp>
        <p:nvSpPr>
          <p:cNvPr id="5" name="support-6">
            <a:extLst>
              <a:ext uri="{FF2B5EF4-FFF2-40B4-BE49-F238E27FC236}">
                <ns2:creationId id="{C2DBD399-721A-4C58-86F5-262490D64847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不同类型对应不同支持方式，不再用固定试点名单锁死资源。</a:t>
            </a:r>
          </a:p>
        </p:txBody>
      </p:sp>
      <p:sp>
        <p:nvSpPr>
          <p:cNvPr id="6" name="portfolio-0">
            <a:extLst>
              <a:ext uri="{FF2B5EF4-FFF2-40B4-BE49-F238E27FC236}">
                <ns2:creationId id="{C128A26F-6C29-4616-AE32-ABA0F2A03608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3333750" cy="31432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A503D425-EB08-4419-A857-18FDE4098F85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76200" cy="31432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BCA329D4-134F-4017-8C71-75D52375D5C7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通用启蒙</a:t>
            </a:r>
          </a:p>
        </p:txBody>
      </p:sp>
      <p:sp>
        <p:nvSpPr>
          <p:cNvPr id="9" name="">
            <a:extLst>
              <a:ext uri="{FF2B5EF4-FFF2-40B4-BE49-F238E27FC236}">
                <ns2:creationId id="{F73F94A0-8895-48F2-A5E8-67A3DDA787E5}"/>
              </a:ext>
            </a:extLst>
          </p:cNvPr>
          <p:cNvSpPr>
            <a:spLocks noGrp="1"/>
          </p:cNvSpPr>
          <p:nvPr/>
        </p:nvSpPr>
        <p:spPr>
          <a:xfrm>
            <a:off x="819150" y="28575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低敏、高频、易分享</a:t>
            </a:r>
          </a:p>
        </p:txBody>
      </p:sp>
      <p:sp>
        <p:nvSpPr>
          <p:cNvPr id="10" name="">
            <a:extLst>
              <a:ext uri="{FF2B5EF4-FFF2-40B4-BE49-F238E27FC236}">
                <ns2:creationId id="{7DBF2C7F-BC41-4FBA-B5D9-305A80F49D68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>
              <a:ext uri="{FF2B5EF4-FFF2-40B4-BE49-F238E27FC236}">
                <ns2:creationId id="{B02D7DD5-770E-4BB8-8B0F-FCF0EA70037B}"/>
              </a:ext>
            </a:extLst>
          </p:cNvPr>
          <p:cNvSpPr>
            <a:spLocks noGrp="1"/>
          </p:cNvSpPr>
          <p:nvPr/>
        </p:nvSpPr>
        <p:spPr>
          <a:xfrm>
            <a:off x="1238250" y="33718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公文/OA材料</a:t>
            </a:r>
          </a:p>
        </p:txBody>
      </p:sp>
      <p:sp>
        <p:nvSpPr>
          <p:cNvPr id="12" name="">
            <a:extLst>
              <a:ext uri="{FF2B5EF4-FFF2-40B4-BE49-F238E27FC236}">
                <ns2:creationId id="{9F7F5B1C-39D9-4C0F-A24A-5A95B213544E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>
              <a:ext uri="{FF2B5EF4-FFF2-40B4-BE49-F238E27FC236}">
                <ns2:creationId id="{38B337B5-DE9C-46E6-A370-10B43A028811}"/>
              </a:ext>
            </a:extLst>
          </p:cNvPr>
          <p:cNvSpPr>
            <a:spLocks noGrp="1"/>
          </p:cNvSpPr>
          <p:nvPr/>
        </p:nvSpPr>
        <p:spPr>
          <a:xfrm>
            <a:off x="1238250" y="39433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Excel和数据整理</a:t>
            </a:r>
          </a:p>
        </p:txBody>
      </p:sp>
      <p:sp>
        <p:nvSpPr>
          <p:cNvPr id="14" name="">
            <a:extLst>
              <a:ext uri="{FF2B5EF4-FFF2-40B4-BE49-F238E27FC236}">
                <ns2:creationId id="{C5AFBB0F-7EA0-45D0-A40F-69EE100AB870}"/>
              </a:ext>
            </a:extLst>
          </p:cNvPr>
          <p:cNvSpPr>
            <a:spLocks noGrp="1"/>
          </p:cNvSpPr>
          <p:nvPr/>
        </p:nvSpPr>
        <p:spPr>
          <a:xfrm>
            <a:off x="838200" y="46101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>
              <a:ext uri="{FF2B5EF4-FFF2-40B4-BE49-F238E27FC236}">
                <ns2:creationId id="{B87BBD26-2BC6-4F41-A289-9266E608BFAB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会议纪要和周报</a:t>
            </a:r>
          </a:p>
        </p:txBody>
      </p:sp>
      <p:sp>
        <p:nvSpPr>
          <p:cNvPr id="16" name="portfolio-1">
            <a:extLst>
              <a:ext uri="{FF2B5EF4-FFF2-40B4-BE49-F238E27FC236}">
                <ns2:creationId id="{4DEA3317-1C14-4728-AA70-DAB465230B78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3333750" cy="31432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01FE2DDA-5D55-47B0-AED6-903D7794EC06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76200" cy="3143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06A75947-D349-422C-9392-C7E75AC5B969}"/>
              </a:ext>
            </a:extLst>
          </p:cNvPr>
          <p:cNvSpPr>
            <a:spLocks noGrp="1"/>
          </p:cNvSpPr>
          <p:nvPr/>
        </p:nvSpPr>
        <p:spPr>
          <a:xfrm>
            <a:off x="4533900" y="25146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业务深耕</a:t>
            </a:r>
          </a:p>
        </p:txBody>
      </p:sp>
      <p:sp>
        <p:nvSpPr>
          <p:cNvPr id="19" name="">
            <a:extLst>
              <a:ext uri="{FF2B5EF4-FFF2-40B4-BE49-F238E27FC236}">
                <ns2:creationId id="{0CB0C161-4B5D-4060-BC76-38EF313DF402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单位负责，协会赋能</a:t>
            </a:r>
          </a:p>
        </p:txBody>
      </p:sp>
      <p:sp>
        <p:nvSpPr>
          <p:cNvPr id="20" name="">
            <a:extLst>
              <a:ext uri="{FF2B5EF4-FFF2-40B4-BE49-F238E27FC236}">
                <ns2:creationId id="{908A3A70-CE5D-4EF2-9C64-440B0B3B0B67}"/>
              </a:ext>
            </a:extLst>
          </p:cNvPr>
          <p:cNvSpPr>
            <a:spLocks noGrp="1"/>
          </p:cNvSpPr>
          <p:nvPr/>
        </p:nvSpPr>
        <p:spPr>
          <a:xfrm>
            <a:off x="4552950" y="34671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>
              <a:ext uri="{FF2B5EF4-FFF2-40B4-BE49-F238E27FC236}">
                <ns2:creationId id="{FD92BDF4-2C62-4C69-96CF-CA43167B3C66}"/>
              </a:ext>
            </a:extLst>
          </p:cNvPr>
          <p:cNvSpPr>
            <a:spLocks noGrp="1"/>
          </p:cNvSpPr>
          <p:nvPr/>
        </p:nvSpPr>
        <p:spPr>
          <a:xfrm>
            <a:off x="4953000" y="33718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设计/工程/成本/财务辅助</a:t>
            </a:r>
          </a:p>
        </p:txBody>
      </p:sp>
      <p:sp>
        <p:nvSpPr>
          <p:cNvPr id="22" name="">
            <a:extLst>
              <a:ext uri="{FF2B5EF4-FFF2-40B4-BE49-F238E27FC236}">
                <ns2:creationId id="{F645A3E4-353C-436E-A98C-3CAA06AD0B3E}"/>
              </a:ext>
            </a:extLst>
          </p:cNvPr>
          <p:cNvSpPr>
            <a:spLocks noGrp="1"/>
          </p:cNvSpPr>
          <p:nvPr/>
        </p:nvSpPr>
        <p:spPr>
          <a:xfrm>
            <a:off x="4552950" y="40386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>
              <a:ext uri="{FF2B5EF4-FFF2-40B4-BE49-F238E27FC236}">
                <ns2:creationId id="{DE26DB9A-078D-4719-BBF3-CBD851AF8280}"/>
              </a:ext>
            </a:extLst>
          </p:cNvPr>
          <p:cNvSpPr>
            <a:spLocks noGrp="1"/>
          </p:cNvSpPr>
          <p:nvPr/>
        </p:nvSpPr>
        <p:spPr>
          <a:xfrm>
            <a:off x="4953000" y="39433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营销和项目资料库</a:t>
            </a:r>
          </a:p>
        </p:txBody>
      </p:sp>
      <p:sp>
        <p:nvSpPr>
          <p:cNvPr id="24" name="">
            <a:extLst>
              <a:ext uri="{FF2B5EF4-FFF2-40B4-BE49-F238E27FC236}">
                <ns2:creationId id="{E11738C0-CAD0-48A4-A83C-1058B1A262F4}"/>
              </a:ext>
            </a:extLst>
          </p:cNvPr>
          <p:cNvSpPr>
            <a:spLocks noGrp="1"/>
          </p:cNvSpPr>
          <p:nvPr/>
        </p:nvSpPr>
        <p:spPr>
          <a:xfrm>
            <a:off x="4552950" y="46101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>
              <a:ext uri="{FF2B5EF4-FFF2-40B4-BE49-F238E27FC236}">
                <ns2:creationId id="{680DE46E-BB30-4050-A197-EB3A9BFE6060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流程提醒和资料归档</a:t>
            </a:r>
          </a:p>
        </p:txBody>
      </p:sp>
      <p:sp>
        <p:nvSpPr>
          <p:cNvPr id="26" name="portfolio-2">
            <a:extLst>
              <a:ext uri="{FF2B5EF4-FFF2-40B4-BE49-F238E27FC236}">
                <ns2:creationId id="{72A40A6A-2C66-46B0-BA1A-CC77B16F9611}"/>
              </a:ext>
            </a:extLst>
          </p:cNvPr>
          <p:cNvSpPr>
            <a:spLocks noGrp="1"/>
          </p:cNvSpPr>
          <p:nvPr/>
        </p:nvSpPr>
        <p:spPr>
          <a:xfrm>
            <a:off x="8001000" y="2266950"/>
            <a:ext cx="3333750" cy="31432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26D471CF-D31C-4612-BE16-FF57735CAF36}"/>
              </a:ext>
            </a:extLst>
          </p:cNvPr>
          <p:cNvSpPr>
            <a:spLocks noGrp="1"/>
          </p:cNvSpPr>
          <p:nvPr/>
        </p:nvSpPr>
        <p:spPr>
          <a:xfrm>
            <a:off x="8001000" y="2266950"/>
            <a:ext cx="76200" cy="31432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02DD0088-12FE-4FA1-859D-5BF54B18EC17}"/>
              </a:ext>
            </a:extLst>
          </p:cNvPr>
          <p:cNvSpPr>
            <a:spLocks noGrp="1"/>
          </p:cNvSpPr>
          <p:nvPr/>
        </p:nvSpPr>
        <p:spPr>
          <a:xfrm>
            <a:off x="8248650" y="25146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平台固化</a:t>
            </a:r>
          </a:p>
        </p:txBody>
      </p:sp>
      <p:sp>
        <p:nvSpPr>
          <p:cNvPr id="29" name="">
            <a:extLst>
              <a:ext uri="{FF2B5EF4-FFF2-40B4-BE49-F238E27FC236}">
                <ns2:creationId id="{88E8B78F-FCBF-44A9-8E55-A1E030766BEB}"/>
              </a:ext>
            </a:extLst>
          </p:cNvPr>
          <p:cNvSpPr>
            <a:spLocks noGrp="1"/>
          </p:cNvSpPr>
          <p:nvPr/>
        </p:nvSpPr>
        <p:spPr>
          <a:xfrm>
            <a:off x="8248650" y="28575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成熟后进入OA模块</a:t>
            </a:r>
          </a:p>
        </p:txBody>
      </p:sp>
      <p:sp>
        <p:nvSpPr>
          <p:cNvPr id="30" name="">
            <a:extLst>
              <a:ext uri="{FF2B5EF4-FFF2-40B4-BE49-F238E27FC236}">
                <ns2:creationId id="{14CD7C3F-F5EA-4FE1-B15E-042E3CC272AE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权限、流程、复核点明确</a:t>
            </a:r>
          </a:p>
        </p:txBody>
      </p:sp>
      <p:sp>
        <p:nvSpPr>
          <p:cNvPr id="31" name="">
            <a:extLst>
              <a:ext uri="{FF2B5EF4-FFF2-40B4-BE49-F238E27FC236}">
                <ns2:creationId id="{5573B594-DE47-4514-BFCA-42BC809CC5FB}"/>
              </a:ext>
            </a:extLst>
          </p:cNvPr>
          <p:cNvSpPr>
            <a:spLocks noGrp="1"/>
          </p:cNvSpPr>
          <p:nvPr/>
        </p:nvSpPr>
        <p:spPr>
          <a:xfrm>
            <a:off x="8667750" y="33718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2" name="">
            <a:extLst>
              <a:ext uri="{FF2B5EF4-FFF2-40B4-BE49-F238E27FC236}">
                <ns2:creationId id="{AD20821A-340A-4120-9B7D-77659DD60660}"/>
              </a:ext>
            </a:extLst>
          </p:cNvPr>
          <p:cNvSpPr>
            <a:spLocks noGrp="1"/>
          </p:cNvSpPr>
          <p:nvPr/>
        </p:nvSpPr>
        <p:spPr>
          <a:xfrm>
            <a:off x="8267700" y="40386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3" name="">
            <a:extLst>
              <a:ext uri="{FF2B5EF4-FFF2-40B4-BE49-F238E27FC236}">
                <ns2:creationId id="{C6726BBB-B880-43D4-9080-D7EBEC2266F9}"/>
              </a:ext>
            </a:extLst>
          </p:cNvPr>
          <p:cNvSpPr>
            <a:spLocks noGrp="1"/>
          </p:cNvSpPr>
          <p:nvPr/>
        </p:nvSpPr>
        <p:spPr>
          <a:xfrm>
            <a:off x="8667750" y="39433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4" name="">
            <a:extLst>
              <a:ext uri="{FF2B5EF4-FFF2-40B4-BE49-F238E27FC236}">
                <ns2:creationId id="{8953CF1F-9223-493D-92B7-42C46EBB7F13}"/>
              </a:ext>
            </a:extLst>
          </p:cNvPr>
          <p:cNvSpPr>
            <a:spLocks noGrp="1"/>
          </p:cNvSpPr>
          <p:nvPr/>
        </p:nvSpPr>
        <p:spPr>
          <a:xfrm>
            <a:off x="8267700" y="46101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">
            <a:extLst>
              <a:ext uri="{FF2B5EF4-FFF2-40B4-BE49-F238E27FC236}">
                <ns2:creationId id="{CE871144-A3B8-4540-9792-29E32333E870}"/>
              </a:ext>
            </a:extLst>
          </p:cNvPr>
          <p:cNvSpPr>
            <a:spLocks noGrp="1"/>
          </p:cNvSpPr>
          <p:nvPr/>
        </p:nvSpPr>
        <p:spPr>
          <a:xfrm>
            <a:off x="8667750" y="45148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footer-rule-6">
            <a:extLst>
              <a:ext uri="{FF2B5EF4-FFF2-40B4-BE49-F238E27FC236}">
                <ns2:creationId id="{E90D0A0F-5CAA-44BF-BFC9-626D4EDFE4FD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-6">
            <a:extLst>
              <a:ext uri="{FF2B5EF4-FFF2-40B4-BE49-F238E27FC236}">
                <ns2:creationId id="{62BF8621-0E21-4791-9B8D-8BA28B75A8F5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footer-page-6">
            <a:extLst>
              <a:ext uri="{FF2B5EF4-FFF2-40B4-BE49-F238E27FC236}">
                <ns2:creationId id="{2977F325-24C0-4EB2-A7C8-0D2D10C49146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1152932167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7">
            <a:extLst>
              <a:ext uri="{FF2B5EF4-FFF2-40B4-BE49-F238E27FC236}">
                <ns2:creationId id="{F18CD078-47B5-41B5-8DF2-4CDF030C4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ns2:creationId id="{65E78B4A-36B9-43AB-A707-2DB2FDDCFD2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ns2:creationId id="{7ABB72D7-6B3B-4DF1-9773-16ABB34C1B06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运营支持场景</a:t>
            </a:r>
          </a:p>
        </p:txBody>
      </p:sp>
      <p:sp>
        <p:nvSpPr>
          <p:cNvPr id="4" name="title-7">
            <a:extLst>
              <a:ext uri="{FF2B5EF4-FFF2-40B4-BE49-F238E27FC236}">
                <ns2:creationId id="{F6A3F725-69F3-4B4A-9A92-9F1B00D7C66E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运营、综合与人力适合先形成公司级共享能力</a:t>
            </a:r>
          </a:p>
        </p:txBody>
      </p:sp>
      <p:sp>
        <p:nvSpPr>
          <p:cNvPr id="5" name="support-7">
            <a:extLst>
              <a:ext uri="{FF2B5EF4-FFF2-40B4-BE49-F238E27FC236}">
                <ns2:creationId id="{7BCCC331-65C2-48CF-90F6-62A6B8161939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这些方向能快速服务AI兴趣协会和薪火计划。</a:t>
            </a:r>
          </a:p>
        </p:txBody>
      </p:sp>
      <p:sp>
        <p:nvSpPr>
          <p:cNvPr id="6" name="scene-group-7-运营管理中心">
            <a:extLst>
              <a:ext uri="{FF2B5EF4-FFF2-40B4-BE49-F238E27FC236}">
                <ns2:creationId id="{28A98329-F2AF-42FB-8E93-C171F909F109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3333750" cy="31432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38D769C5-F23A-4012-8CD3-06F1CC35744A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57150" cy="3143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EA53F9A6-B61F-4825-A1B4-224BD6A52CAF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运营管理中心</a:t>
            </a:r>
          </a:p>
        </p:txBody>
      </p:sp>
      <p:sp>
        <p:nvSpPr>
          <p:cNvPr id="9" name="">
            <a:extLst>
              <a:ext uri="{FF2B5EF4-FFF2-40B4-BE49-F238E27FC236}">
                <ns2:creationId id="{572A8872-2899-480B-964C-71F759E96CD8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n=7</a:t>
            </a:r>
          </a:p>
        </p:txBody>
      </p:sp>
      <p:sp>
        <p:nvSpPr>
          <p:cNvPr id="10" name="">
            <a:extLst>
              <a:ext uri="{FF2B5EF4-FFF2-40B4-BE49-F238E27FC236}">
                <ns2:creationId id="{C151766C-F9A9-41E0-8D5F-244C3E67C32C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57237365-4369-4596-95F9-BBB9B7D82272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周报与报告材料收集</a:t>
            </a:r>
          </a:p>
        </p:txBody>
      </p:sp>
      <p:sp>
        <p:nvSpPr>
          <p:cNvPr id="12" name="">
            <a:extLst>
              <a:ext uri="{FF2B5EF4-FFF2-40B4-BE49-F238E27FC236}">
                <ns2:creationId id="{1546DF0A-01EB-4064-B7BA-29B57B9C5E49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215EF728-460E-48D8-8B62-09C8E8055F3E}"/>
              </a:ext>
            </a:extLst>
          </p:cNvPr>
          <p:cNvSpPr>
            <a:spLocks noGrp="1"/>
          </p:cNvSpPr>
          <p:nvPr/>
        </p:nvSpPr>
        <p:spPr>
          <a:xfrm>
            <a:off x="9334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部门知识库和共性知识共享</a:t>
            </a:r>
          </a:p>
        </p:txBody>
      </p:sp>
      <p:sp>
        <p:nvSpPr>
          <p:cNvPr id="14" name="">
            <a:extLst>
              <a:ext uri="{FF2B5EF4-FFF2-40B4-BE49-F238E27FC236}">
                <ns2:creationId id="{9837B0E5-9086-4D6C-AED3-2C26F65E9D3C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AB4F61F3-F994-4695-823A-A0B251698DF9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跟踪督办和审批流辅助</a:t>
            </a:r>
          </a:p>
        </p:txBody>
      </p:sp>
      <p:sp>
        <p:nvSpPr>
          <p:cNvPr id="16" name="scene-group-7-综合管理中心">
            <a:extLst>
              <a:ext uri="{FF2B5EF4-FFF2-40B4-BE49-F238E27FC236}">
                <ns2:creationId id="{F936BCCC-765E-46FA-9224-42B2CF15E7F2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3333750" cy="31432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9C71DFBB-62ED-4A2D-B28D-749AC90AE7C6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57150" cy="31432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E2989204-9C59-447C-8732-8F67F350C322}"/>
              </a:ext>
            </a:extLst>
          </p:cNvPr>
          <p:cNvSpPr>
            <a:spLocks noGrp="1"/>
          </p:cNvSpPr>
          <p:nvPr/>
        </p:nvSpPr>
        <p:spPr>
          <a:xfrm>
            <a:off x="445770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综合管理中心</a:t>
            </a:r>
          </a:p>
        </p:txBody>
      </p:sp>
      <p:sp>
        <p:nvSpPr>
          <p:cNvPr id="19" name="">
            <a:extLst>
              <a:ext uri="{FF2B5EF4-FFF2-40B4-BE49-F238E27FC236}">
                <ns2:creationId id="{17837DCF-367D-40D4-98C2-09CA1063F75A}"/>
              </a:ext>
            </a:extLst>
          </p:cNvPr>
          <p:cNvSpPr>
            <a:spLocks noGrp="1"/>
          </p:cNvSpPr>
          <p:nvPr/>
        </p:nvSpPr>
        <p:spPr>
          <a:xfrm>
            <a:off x="681990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n=8</a:t>
            </a:r>
          </a:p>
        </p:txBody>
      </p:sp>
      <p:sp>
        <p:nvSpPr>
          <p:cNvPr id="20" name="">
            <a:extLst>
              <a:ext uri="{FF2B5EF4-FFF2-40B4-BE49-F238E27FC236}">
                <ns2:creationId id="{A8ABF91F-684B-4EFF-9DA3-4085BE09D06B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109E1A71-5CBF-48EF-8EF6-5C0A8FEA78B1}"/>
              </a:ext>
            </a:extLst>
          </p:cNvPr>
          <p:cNvSpPr>
            <a:spLocks noGrp="1"/>
          </p:cNvSpPr>
          <p:nvPr/>
        </p:nvSpPr>
        <p:spPr>
          <a:xfrm>
            <a:off x="464820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公文、通知和OA材料初稿</a:t>
            </a:r>
          </a:p>
        </p:txBody>
      </p:sp>
      <p:sp>
        <p:nvSpPr>
          <p:cNvPr id="22" name="">
            <a:extLst>
              <a:ext uri="{FF2B5EF4-FFF2-40B4-BE49-F238E27FC236}">
                <ns2:creationId id="{5A4E8481-F159-404A-B049-3BC749B49220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6A27F9F7-6181-4BDC-91C3-447855A55013}"/>
              </a:ext>
            </a:extLst>
          </p:cNvPr>
          <p:cNvSpPr>
            <a:spLocks noGrp="1"/>
          </p:cNvSpPr>
          <p:nvPr/>
        </p:nvSpPr>
        <p:spPr>
          <a:xfrm>
            <a:off x="464820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制度与党建知识库</a:t>
            </a:r>
          </a:p>
        </p:txBody>
      </p:sp>
      <p:sp>
        <p:nvSpPr>
          <p:cNvPr id="24" name="">
            <a:extLst>
              <a:ext uri="{FF2B5EF4-FFF2-40B4-BE49-F238E27FC236}">
                <ns2:creationId id="{5B4E198D-0681-44FB-BE53-0C0DA3E52B5E}"/>
              </a:ext>
            </a:extLst>
          </p:cNvPr>
          <p:cNvSpPr>
            <a:spLocks noGrp="1"/>
          </p:cNvSpPr>
          <p:nvPr/>
        </p:nvSpPr>
        <p:spPr>
          <a:xfrm>
            <a:off x="4476750" y="36957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1AFEB35F-E2C2-4672-A5B3-4F0B1F6240FE}"/>
              </a:ext>
            </a:extLst>
          </p:cNvPr>
          <p:cNvSpPr>
            <a:spLocks noGrp="1"/>
          </p:cNvSpPr>
          <p:nvPr/>
        </p:nvSpPr>
        <p:spPr>
          <a:xfrm>
            <a:off x="464820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审批材料辅助和低敏规范</a:t>
            </a:r>
          </a:p>
        </p:txBody>
      </p:sp>
      <p:sp>
        <p:nvSpPr>
          <p:cNvPr id="26" name="scene-group-7-人力资源中心">
            <a:extLst>
              <a:ext uri="{FF2B5EF4-FFF2-40B4-BE49-F238E27FC236}">
                <ns2:creationId id="{E158CF27-630D-4320-8186-1366A1D8DE35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3333750" cy="31432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3A967707-887F-4197-A99B-60AA8403FE11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57150" cy="31432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D067E9D6-D210-494C-B1BB-B557ACDA186B}"/>
              </a:ext>
            </a:extLst>
          </p:cNvPr>
          <p:cNvSpPr>
            <a:spLocks noGrp="1"/>
          </p:cNvSpPr>
          <p:nvPr/>
        </p:nvSpPr>
        <p:spPr>
          <a:xfrm>
            <a:off x="81724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人力资源中心</a:t>
            </a:r>
          </a:p>
        </p:txBody>
      </p:sp>
      <p:sp>
        <p:nvSpPr>
          <p:cNvPr id="29" name="">
            <a:extLst>
              <a:ext uri="{FF2B5EF4-FFF2-40B4-BE49-F238E27FC236}">
                <ns2:creationId id="{D461B0C0-ACFA-4FF9-BB78-89172379E866}"/>
              </a:ext>
            </a:extLst>
          </p:cNvPr>
          <p:cNvSpPr>
            <a:spLocks noGrp="1"/>
          </p:cNvSpPr>
          <p:nvPr/>
        </p:nvSpPr>
        <p:spPr>
          <a:xfrm>
            <a:off x="105346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n=10</a:t>
            </a:r>
          </a:p>
        </p:txBody>
      </p:sp>
      <p:sp>
        <p:nvSpPr>
          <p:cNvPr id="30" name="">
            <a:extLst>
              <a:ext uri="{FF2B5EF4-FFF2-40B4-BE49-F238E27FC236}">
                <ns2:creationId id="{749A0C78-E5A9-4E9B-881A-B38994672C6D}"/>
              </a:ext>
            </a:extLst>
          </p:cNvPr>
          <p:cNvSpPr>
            <a:spLocks noGrp="1"/>
          </p:cNvSpPr>
          <p:nvPr/>
        </p:nvSpPr>
        <p:spPr>
          <a:xfrm>
            <a:off x="8191500" y="27813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1206F21E-B87E-4230-88B2-97DD8D62D6AB}"/>
              </a:ext>
            </a:extLst>
          </p:cNvPr>
          <p:cNvSpPr>
            <a:spLocks noGrp="1"/>
          </p:cNvSpPr>
          <p:nvPr/>
        </p:nvSpPr>
        <p:spPr>
          <a:xfrm>
            <a:off x="83629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薪火计划组织和需求池</a:t>
            </a:r>
          </a:p>
        </p:txBody>
      </p:sp>
      <p:sp>
        <p:nvSpPr>
          <p:cNvPr id="32" name="">
            <a:extLst>
              <a:ext uri="{FF2B5EF4-FFF2-40B4-BE49-F238E27FC236}">
                <ns2:creationId id="{010608EA-4F5F-47FE-AE58-B8B9E8E656D7}"/>
              </a:ext>
            </a:extLst>
          </p:cNvPr>
          <p:cNvSpPr>
            <a:spLocks noGrp="1"/>
          </p:cNvSpPr>
          <p:nvPr/>
        </p:nvSpPr>
        <p:spPr>
          <a:xfrm>
            <a:off x="8191500" y="32385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3D8DE021-EBC3-4D9D-9229-292378F95031}"/>
              </a:ext>
            </a:extLst>
          </p:cNvPr>
          <p:cNvSpPr>
            <a:spLocks noGrp="1"/>
          </p:cNvSpPr>
          <p:nvPr/>
        </p:nvSpPr>
        <p:spPr>
          <a:xfrm>
            <a:off x="83629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HR制度问答和培训材料</a:t>
            </a:r>
          </a:p>
        </p:txBody>
      </p:sp>
      <p:sp>
        <p:nvSpPr>
          <p:cNvPr id="34" name="">
            <a:extLst>
              <a:ext uri="{FF2B5EF4-FFF2-40B4-BE49-F238E27FC236}">
                <ns2:creationId id="{05E9C5E5-7EF8-4FCB-835D-4294DFE3E7D3}"/>
              </a:ext>
            </a:extLst>
          </p:cNvPr>
          <p:cNvSpPr>
            <a:spLocks noGrp="1"/>
          </p:cNvSpPr>
          <p:nvPr/>
        </p:nvSpPr>
        <p:spPr>
          <a:xfrm>
            <a:off x="8191500" y="36957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FCE91501-4FC2-4546-888F-EEA77DE951CA}"/>
              </a:ext>
            </a:extLst>
          </p:cNvPr>
          <p:cNvSpPr>
            <a:spLocks noGrp="1"/>
          </p:cNvSpPr>
          <p:nvPr/>
        </p:nvSpPr>
        <p:spPr>
          <a:xfrm>
            <a:off x="83629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AI应用推动会议和资料归档</a:t>
            </a:r>
          </a:p>
        </p:txBody>
      </p:sp>
      <p:sp>
        <p:nvSpPr>
          <p:cNvPr id="36" name="footer-rule-7">
            <a:extLst>
              <a:ext uri="{FF2B5EF4-FFF2-40B4-BE49-F238E27FC236}">
                <ns2:creationId id="{68989321-30CF-44E2-8E91-C731893776B7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-7">
            <a:extLst>
              <a:ext uri="{FF2B5EF4-FFF2-40B4-BE49-F238E27FC236}">
                <ns2:creationId id="{B5962E12-B024-4A0F-AF60-498A623AD6AD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会后节点</a:t>
            </a:r>
          </a:p>
        </p:txBody>
      </p:sp>
      <p:sp>
        <p:nvSpPr>
          <p:cNvPr id="38" name="footer-page-7">
            <a:extLst>
              <a:ext uri="{FF2B5EF4-FFF2-40B4-BE49-F238E27FC236}">
                <ns2:creationId id="{BEA44715-2B06-4523-A959-AAB24ED2337C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2周定方向，1个月交一页纸，2个月交流</a:t>
            </a:r>
          </a:p>
        </p:txBody>
      </p:sp>
    </p:spTree>
    <p:extLst>
      <p:ext uri="{BB962C8B-B14F-4D97-AF65-F5344CB8AC3E}">
        <ns3:creationId val="2093959790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8">
            <a:extLst>
              <a:ext uri="{FF2B5EF4-FFF2-40B4-BE49-F238E27FC236}">
                <ns2:creationId id="{AFAB8293-54E6-4F77-8389-74C2FE6CF3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ns2:creationId id="{7312FFCD-2FFE-40FF-B38F-6267D7BA003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ns2:creationId id="{E901BF74-2EE1-4250-9394-31DBC67D1909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营销与商办场景</a:t>
            </a:r>
          </a:p>
        </p:txBody>
      </p:sp>
      <p:sp>
        <p:nvSpPr>
          <p:cNvPr id="4" name="title-8">
            <a:extLst>
              <a:ext uri="{FF2B5EF4-FFF2-40B4-BE49-F238E27FC236}">
                <ns2:creationId id="{677CD1E6-744C-4A27-9928-77B0F3AE929F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营销和商办从内容生成延伸到资料库和进度协作</a:t>
            </a:r>
          </a:p>
        </p:txBody>
      </p:sp>
      <p:sp>
        <p:nvSpPr>
          <p:cNvPr id="5" name="support-8">
            <a:extLst>
              <a:ext uri="{FF2B5EF4-FFF2-40B4-BE49-F238E27FC236}">
                <ns2:creationId id="{0CEC836C-1554-4AD1-913D-0A6C1ADFB173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先以低敏创意和报告提效形成分享，再筛选可复制经验。</a:t>
            </a:r>
          </a:p>
        </p:txBody>
      </p:sp>
      <p:sp>
        <p:nvSpPr>
          <p:cNvPr id="6" name="scene-group-8-营销管理中心">
            <a:extLst>
              <a:ext uri="{FF2B5EF4-FFF2-40B4-BE49-F238E27FC236}">
                <ns2:creationId id="{D3A3CA72-3568-489C-BB12-E79D025D297C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3333750" cy="31432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42B47794-9015-4559-A5C3-3C66A374549A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57150" cy="3143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239D7F5-0681-41B6-8A61-882B74EA81DA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营销管理中心</a:t>
            </a:r>
          </a:p>
        </p:txBody>
      </p:sp>
      <p:sp>
        <p:nvSpPr>
          <p:cNvPr id="9" name="">
            <a:extLst>
              <a:ext uri="{FF2B5EF4-FFF2-40B4-BE49-F238E27FC236}">
                <ns2:creationId id="{4CAA99CB-9DB7-456B-81F2-FE77FB0FF79E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n=16</a:t>
            </a:r>
          </a:p>
        </p:txBody>
      </p:sp>
      <p:sp>
        <p:nvSpPr>
          <p:cNvPr id="10" name="">
            <a:extLst>
              <a:ext uri="{FF2B5EF4-FFF2-40B4-BE49-F238E27FC236}">
                <ns2:creationId id="{6518F141-5EBA-49C5-8E4E-D83941E3875D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2B545F39-CBC8-402C-9B1A-B0A546419D9F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营销话术与方案优化</a:t>
            </a:r>
          </a:p>
        </p:txBody>
      </p:sp>
      <p:sp>
        <p:nvSpPr>
          <p:cNvPr id="12" name="">
            <a:extLst>
              <a:ext uri="{FF2B5EF4-FFF2-40B4-BE49-F238E27FC236}">
                <ns2:creationId id="{354447B7-65B4-4323-AD18-11AB62779C60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1C24C9BF-A42C-4B1C-9433-757D54096D93}"/>
              </a:ext>
            </a:extLst>
          </p:cNvPr>
          <p:cNvSpPr>
            <a:spLocks noGrp="1"/>
          </p:cNvSpPr>
          <p:nvPr/>
        </p:nvSpPr>
        <p:spPr>
          <a:xfrm>
            <a:off x="9334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例行报告生成</a:t>
            </a:r>
          </a:p>
        </p:txBody>
      </p:sp>
      <p:sp>
        <p:nvSpPr>
          <p:cNvPr id="14" name="">
            <a:extLst>
              <a:ext uri="{FF2B5EF4-FFF2-40B4-BE49-F238E27FC236}">
                <ns2:creationId id="{B0BC2C29-350C-4099-942B-2A8B88D89935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0B851F45-741B-49A0-A6B0-3D94468AE2E9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流程合规提醒</a:t>
            </a:r>
          </a:p>
        </p:txBody>
      </p:sp>
      <p:sp>
        <p:nvSpPr>
          <p:cNvPr id="16" name="scene-group-8-项目营销团队">
            <a:extLst>
              <a:ext uri="{FF2B5EF4-FFF2-40B4-BE49-F238E27FC236}">
                <ns2:creationId id="{57DF14C4-6AEE-4E0F-8078-2E77FC4A295F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3333750" cy="31432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DCC7EDD5-B564-4DE1-BE80-7BC8881DBABB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57150" cy="31432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47F1138A-4B1B-4A7A-9C8E-D7D5CD6C54DC}"/>
              </a:ext>
            </a:extLst>
          </p:cNvPr>
          <p:cNvSpPr>
            <a:spLocks noGrp="1"/>
          </p:cNvSpPr>
          <p:nvPr/>
        </p:nvSpPr>
        <p:spPr>
          <a:xfrm>
            <a:off x="445770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项目营销团队</a:t>
            </a:r>
          </a:p>
        </p:txBody>
      </p:sp>
      <p:sp>
        <p:nvSpPr>
          <p:cNvPr id="19" name="">
            <a:extLst>
              <a:ext uri="{FF2B5EF4-FFF2-40B4-BE49-F238E27FC236}">
                <ns2:creationId id="{EC775415-8F86-4BDD-B409-03C76CCEC569}"/>
              </a:ext>
            </a:extLst>
          </p:cNvPr>
          <p:cNvSpPr>
            <a:spLocks noGrp="1"/>
          </p:cNvSpPr>
          <p:nvPr/>
        </p:nvSpPr>
        <p:spPr>
          <a:xfrm>
            <a:off x="681990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n=9</a:t>
            </a:r>
          </a:p>
        </p:txBody>
      </p:sp>
      <p:sp>
        <p:nvSpPr>
          <p:cNvPr id="20" name="">
            <a:extLst>
              <a:ext uri="{FF2B5EF4-FFF2-40B4-BE49-F238E27FC236}">
                <ns2:creationId id="{01658E6A-5F5B-4E6B-B27D-8687A6095DF5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DBBEC0A2-A0C1-4F42-9432-552C38B43676}"/>
              </a:ext>
            </a:extLst>
          </p:cNvPr>
          <p:cNvSpPr>
            <a:spLocks noGrp="1"/>
          </p:cNvSpPr>
          <p:nvPr/>
        </p:nvSpPr>
        <p:spPr>
          <a:xfrm>
            <a:off x="464820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项目宣传图文与创意</a:t>
            </a:r>
          </a:p>
        </p:txBody>
      </p:sp>
      <p:sp>
        <p:nvSpPr>
          <p:cNvPr id="22" name="">
            <a:extLst>
              <a:ext uri="{FF2B5EF4-FFF2-40B4-BE49-F238E27FC236}">
                <ns2:creationId id="{0688B4D7-E20D-48B6-A78F-CEB87771129F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5275261D-A01C-4B9B-89FF-3A9DBDA62C73}"/>
              </a:ext>
            </a:extLst>
          </p:cNvPr>
          <p:cNvSpPr>
            <a:spLocks noGrp="1"/>
          </p:cNvSpPr>
          <p:nvPr/>
        </p:nvSpPr>
        <p:spPr>
          <a:xfrm>
            <a:off x="464820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项目及审批进度提醒</a:t>
            </a:r>
          </a:p>
        </p:txBody>
      </p:sp>
      <p:sp>
        <p:nvSpPr>
          <p:cNvPr id="24" name="">
            <a:extLst>
              <a:ext uri="{FF2B5EF4-FFF2-40B4-BE49-F238E27FC236}">
                <ns2:creationId id="{B76EB594-6C94-4BA1-99D3-724A2391D703}"/>
              </a:ext>
            </a:extLst>
          </p:cNvPr>
          <p:cNvSpPr>
            <a:spLocks noGrp="1"/>
          </p:cNvSpPr>
          <p:nvPr/>
        </p:nvSpPr>
        <p:spPr>
          <a:xfrm>
            <a:off x="4476750" y="36957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4948E0D9-7E17-4030-B4B3-C523DC99326B}"/>
              </a:ext>
            </a:extLst>
          </p:cNvPr>
          <p:cNvSpPr>
            <a:spLocks noGrp="1"/>
          </p:cNvSpPr>
          <p:nvPr/>
        </p:nvSpPr>
        <p:spPr>
          <a:xfrm>
            <a:off x="464820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业务资料库和报告润色</a:t>
            </a:r>
          </a:p>
        </p:txBody>
      </p:sp>
      <p:sp>
        <p:nvSpPr>
          <p:cNvPr id="26" name="scene-group-8-商办事业部">
            <a:extLst>
              <a:ext uri="{FF2B5EF4-FFF2-40B4-BE49-F238E27FC236}">
                <ns2:creationId id="{CA6A6430-61F3-46C6-BC0A-944AE3B58A1A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3333750" cy="31432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486BF3A8-7528-4C4F-ADF6-D311E4475FA3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57150" cy="31432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BF3D65C1-1B2B-4DAC-B281-5CB775F51334}"/>
              </a:ext>
            </a:extLst>
          </p:cNvPr>
          <p:cNvSpPr>
            <a:spLocks noGrp="1"/>
          </p:cNvSpPr>
          <p:nvPr/>
        </p:nvSpPr>
        <p:spPr>
          <a:xfrm>
            <a:off x="81724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商办事业部</a:t>
            </a:r>
          </a:p>
        </p:txBody>
      </p:sp>
      <p:sp>
        <p:nvSpPr>
          <p:cNvPr id="29" name="">
            <a:extLst>
              <a:ext uri="{FF2B5EF4-FFF2-40B4-BE49-F238E27FC236}">
                <ns2:creationId id="{300FBF80-4034-4A25-ADE2-78B33287306E}"/>
              </a:ext>
            </a:extLst>
          </p:cNvPr>
          <p:cNvSpPr>
            <a:spLocks noGrp="1"/>
          </p:cNvSpPr>
          <p:nvPr/>
        </p:nvSpPr>
        <p:spPr>
          <a:xfrm>
            <a:off x="105346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待访谈验证</a:t>
            </a:r>
          </a:p>
        </p:txBody>
      </p:sp>
      <p:sp>
        <p:nvSpPr>
          <p:cNvPr id="30" name="">
            <a:extLst>
              <a:ext uri="{FF2B5EF4-FFF2-40B4-BE49-F238E27FC236}">
                <ns2:creationId id="{E95E5E8A-7AA6-4500-AD04-9ED583E95C70}"/>
              </a:ext>
            </a:extLst>
          </p:cNvPr>
          <p:cNvSpPr>
            <a:spLocks noGrp="1"/>
          </p:cNvSpPr>
          <p:nvPr/>
        </p:nvSpPr>
        <p:spPr>
          <a:xfrm>
            <a:off x="8191500" y="27813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6593117F-8FC9-4BD2-9901-01D27BF83E48}"/>
              </a:ext>
            </a:extLst>
          </p:cNvPr>
          <p:cNvSpPr>
            <a:spLocks noGrp="1"/>
          </p:cNvSpPr>
          <p:nvPr/>
        </p:nvSpPr>
        <p:spPr>
          <a:xfrm>
            <a:off x="83629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日常报表与市场信息汇总</a:t>
            </a:r>
          </a:p>
        </p:txBody>
      </p:sp>
      <p:sp>
        <p:nvSpPr>
          <p:cNvPr id="32" name="">
            <a:extLst>
              <a:ext uri="{FF2B5EF4-FFF2-40B4-BE49-F238E27FC236}">
                <ns2:creationId id="{7A4DCBBC-09D4-4C46-B509-A8434C035ECA}"/>
              </a:ext>
            </a:extLst>
          </p:cNvPr>
          <p:cNvSpPr>
            <a:spLocks noGrp="1"/>
          </p:cNvSpPr>
          <p:nvPr/>
        </p:nvSpPr>
        <p:spPr>
          <a:xfrm>
            <a:off x="8191500" y="32385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8DF1E077-92B3-43BA-9F31-74BDD591D7AE}"/>
              </a:ext>
            </a:extLst>
          </p:cNvPr>
          <p:cNvSpPr>
            <a:spLocks noGrp="1"/>
          </p:cNvSpPr>
          <p:nvPr/>
        </p:nvSpPr>
        <p:spPr>
          <a:xfrm>
            <a:off x="83629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文档协作和数据处理</a:t>
            </a:r>
          </a:p>
        </p:txBody>
      </p:sp>
      <p:sp>
        <p:nvSpPr>
          <p:cNvPr id="34" name="">
            <a:extLst>
              <a:ext uri="{FF2B5EF4-FFF2-40B4-BE49-F238E27FC236}">
                <ns2:creationId id="{16A737CB-973C-42CE-BF3E-E4E57B370E6D}"/>
              </a:ext>
            </a:extLst>
          </p:cNvPr>
          <p:cNvSpPr>
            <a:spLocks noGrp="1"/>
          </p:cNvSpPr>
          <p:nvPr/>
        </p:nvSpPr>
        <p:spPr>
          <a:xfrm>
            <a:off x="8191500" y="36957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DB3282F9-CBB9-4EBA-948E-09C6D2BF75EB}"/>
              </a:ext>
            </a:extLst>
          </p:cNvPr>
          <p:cNvSpPr>
            <a:spLocks noGrp="1"/>
          </p:cNvSpPr>
          <p:nvPr/>
        </p:nvSpPr>
        <p:spPr>
          <a:xfrm>
            <a:off x="83629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平台协同</a:t>
            </a:r>
          </a:p>
        </p:txBody>
      </p:sp>
      <p:sp>
        <p:nvSpPr>
          <p:cNvPr id="36" name="footer-rule-8">
            <a:extLst>
              <a:ext uri="{FF2B5EF4-FFF2-40B4-BE49-F238E27FC236}">
                <ns2:creationId id="{DF6D61FA-BB5F-4495-A7F2-C422296EAA5C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-8">
            <a:extLst>
              <a:ext uri="{FF2B5EF4-FFF2-40B4-BE49-F238E27FC236}">
                <ns2:creationId id="{EC255A79-1C42-4041-896B-4EE3C9668759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成熟资料库方向进入OA模块候选</a:t>
            </a:r>
          </a:p>
        </p:txBody>
      </p:sp>
      <p:sp>
        <p:nvSpPr>
          <p:cNvPr id="38" name="footer-page-8">
            <a:extLst>
              <a:ext uri="{FF2B5EF4-FFF2-40B4-BE49-F238E27FC236}">
                <ns2:creationId id="{E2F40CA9-1292-4F50-BA67-E4071E84F2AC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755580970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9">
            <a:extLst>
              <a:ext uri="{FF2B5EF4-FFF2-40B4-BE49-F238E27FC236}">
                <ns2:creationId id="{3B0A0543-BA42-4397-B026-0F24C4256D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ns2:creationId id="{36CD0B28-9FA2-4DA5-8015-6D15808D46D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ns2:creationId id="{073F4137-B6C3-4A8D-89EA-DA41DC99CF4A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产品、工程与项目场景</a:t>
            </a:r>
          </a:p>
        </p:txBody>
      </p:sp>
      <p:sp>
        <p:nvSpPr>
          <p:cNvPr id="4" name="title-9">
            <a:extLst>
              <a:ext uri="{FF2B5EF4-FFF2-40B4-BE49-F238E27FC236}">
                <ns2:creationId id="{EAB50901-E6CA-47E9-BC11-699D397ED01A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专业场景重在辅助、复核和流程减负</a:t>
            </a:r>
          </a:p>
        </p:txBody>
      </p:sp>
      <p:sp>
        <p:nvSpPr>
          <p:cNvPr id="5" name="support-9">
            <a:extLst>
              <a:ext uri="{FF2B5EF4-FFF2-40B4-BE49-F238E27FC236}">
                <ns2:creationId id="{CEE1E413-745C-458C-8EE0-8B65C86410C1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设计、工程和项目管理不能让AI替代专业判断。</a:t>
            </a:r>
          </a:p>
        </p:txBody>
      </p:sp>
      <p:sp>
        <p:nvSpPr>
          <p:cNvPr id="6" name="scene-group-9-产品管理中心">
            <a:extLst>
              <a:ext uri="{FF2B5EF4-FFF2-40B4-BE49-F238E27FC236}">
                <ns2:creationId id="{8AB4E3BB-226D-4F34-840D-442933E6008D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3333750" cy="31432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1C5305AF-2B4C-43D9-9AE8-B56555EBE52E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57150" cy="31432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39F5C532-9994-4540-8D86-7CF2394E03EF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产品管理中心</a:t>
            </a:r>
          </a:p>
        </p:txBody>
      </p:sp>
      <p:sp>
        <p:nvSpPr>
          <p:cNvPr id="9" name="">
            <a:extLst>
              <a:ext uri="{FF2B5EF4-FFF2-40B4-BE49-F238E27FC236}">
                <ns2:creationId id="{744D006F-EF1C-4C43-9EBE-515F8A9E7338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n=12</a:t>
            </a:r>
          </a:p>
        </p:txBody>
      </p:sp>
      <p:sp>
        <p:nvSpPr>
          <p:cNvPr id="10" name="">
            <a:extLst>
              <a:ext uri="{FF2B5EF4-FFF2-40B4-BE49-F238E27FC236}">
                <ns2:creationId id="{8E997129-70E5-43B5-8F24-AAA51D23823D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A811FABC-0678-4182-B686-E352D282911E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设计方案多版本辅助比选</a:t>
            </a:r>
          </a:p>
        </p:txBody>
      </p:sp>
      <p:sp>
        <p:nvSpPr>
          <p:cNvPr id="12" name="">
            <a:extLst>
              <a:ext uri="{FF2B5EF4-FFF2-40B4-BE49-F238E27FC236}">
                <ns2:creationId id="{69892A19-2AB1-4FA1-9EB2-E97BD8D556F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8127B2ED-B9BA-4AE1-8906-83E9E66BE72F}"/>
              </a:ext>
            </a:extLst>
          </p:cNvPr>
          <p:cNvSpPr>
            <a:spLocks noGrp="1"/>
          </p:cNvSpPr>
          <p:nvPr/>
        </p:nvSpPr>
        <p:spPr>
          <a:xfrm>
            <a:off x="9334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项目事项跟踪与资料归档</a:t>
            </a:r>
          </a:p>
        </p:txBody>
      </p:sp>
      <p:sp>
        <p:nvSpPr>
          <p:cNvPr id="14" name="">
            <a:extLst>
              <a:ext uri="{FF2B5EF4-FFF2-40B4-BE49-F238E27FC236}">
                <ns2:creationId id="{1288E30B-07EA-494F-8523-F0CA43E2BFCA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BC46E31D-CCFA-4704-8022-490198F02F10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图纸与规范问题辅助检查</a:t>
            </a:r>
          </a:p>
        </p:txBody>
      </p:sp>
      <p:sp>
        <p:nvSpPr>
          <p:cNvPr id="16" name="scene-group-9-工程管理中心">
            <a:extLst>
              <a:ext uri="{FF2B5EF4-FFF2-40B4-BE49-F238E27FC236}">
                <ns2:creationId id="{7640F431-6F56-4919-AAE9-64CA783C5070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3333750" cy="31432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4DE8BDFB-5360-4D7F-AAB8-69C13DC8B08B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57150" cy="3143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87AE3E21-BE33-467D-829D-6D659A085296}"/>
              </a:ext>
            </a:extLst>
          </p:cNvPr>
          <p:cNvSpPr>
            <a:spLocks noGrp="1"/>
          </p:cNvSpPr>
          <p:nvPr/>
        </p:nvSpPr>
        <p:spPr>
          <a:xfrm>
            <a:off x="445770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工程管理中心</a:t>
            </a:r>
          </a:p>
        </p:txBody>
      </p:sp>
      <p:sp>
        <p:nvSpPr>
          <p:cNvPr id="19" name="">
            <a:extLst>
              <a:ext uri="{FF2B5EF4-FFF2-40B4-BE49-F238E27FC236}">
                <ns2:creationId id="{B2E21F4E-7EFB-4D46-B901-16C21C4A0ABF}"/>
              </a:ext>
            </a:extLst>
          </p:cNvPr>
          <p:cNvSpPr>
            <a:spLocks noGrp="1"/>
          </p:cNvSpPr>
          <p:nvPr/>
        </p:nvSpPr>
        <p:spPr>
          <a:xfrm>
            <a:off x="681990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n=9</a:t>
            </a:r>
          </a:p>
        </p:txBody>
      </p:sp>
      <p:sp>
        <p:nvSpPr>
          <p:cNvPr id="20" name="">
            <a:extLst>
              <a:ext uri="{FF2B5EF4-FFF2-40B4-BE49-F238E27FC236}">
                <ns2:creationId id="{0DD4815D-4680-466C-AE30-A93FD229BA2F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52166DE5-79F7-4CDC-A323-E0F6C04ECEDE}"/>
              </a:ext>
            </a:extLst>
          </p:cNvPr>
          <p:cNvSpPr>
            <a:spLocks noGrp="1"/>
          </p:cNvSpPr>
          <p:nvPr/>
        </p:nvSpPr>
        <p:spPr>
          <a:xfrm>
            <a:off x="464820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工程报告完善与可视化</a:t>
            </a:r>
          </a:p>
        </p:txBody>
      </p:sp>
      <p:sp>
        <p:nvSpPr>
          <p:cNvPr id="22" name="">
            <a:extLst>
              <a:ext uri="{FF2B5EF4-FFF2-40B4-BE49-F238E27FC236}">
                <ns2:creationId id="{CC3555E2-5333-421C-B4EB-FB2F7B83D8C7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6CA9DEBB-B357-49A6-AF9B-A2C1AD972438}"/>
              </a:ext>
            </a:extLst>
          </p:cNvPr>
          <p:cNvSpPr>
            <a:spLocks noGrp="1"/>
          </p:cNvSpPr>
          <p:nvPr/>
        </p:nvSpPr>
        <p:spPr>
          <a:xfrm>
            <a:off x="464820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工程文件识别与整理</a:t>
            </a:r>
          </a:p>
        </p:txBody>
      </p:sp>
      <p:sp>
        <p:nvSpPr>
          <p:cNvPr id="24" name="">
            <a:extLst>
              <a:ext uri="{FF2B5EF4-FFF2-40B4-BE49-F238E27FC236}">
                <ns2:creationId id="{BB88DEB1-62E2-4D75-B2C9-07D2804B8121}"/>
              </a:ext>
            </a:extLst>
          </p:cNvPr>
          <p:cNvSpPr>
            <a:spLocks noGrp="1"/>
          </p:cNvSpPr>
          <p:nvPr/>
        </p:nvSpPr>
        <p:spPr>
          <a:xfrm>
            <a:off x="4476750" y="36957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FF1241FD-F2DE-48F7-941C-49A6AC8B1C4E}"/>
              </a:ext>
            </a:extLst>
          </p:cNvPr>
          <p:cNvSpPr>
            <a:spLocks noGrp="1"/>
          </p:cNvSpPr>
          <p:nvPr/>
        </p:nvSpPr>
        <p:spPr>
          <a:xfrm>
            <a:off x="464820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线上流程和数据处理辅助</a:t>
            </a:r>
          </a:p>
        </p:txBody>
      </p:sp>
      <p:sp>
        <p:nvSpPr>
          <p:cNvPr id="26" name="scene-group-9-项目管理单元">
            <a:extLst>
              <a:ext uri="{FF2B5EF4-FFF2-40B4-BE49-F238E27FC236}">
                <ns2:creationId id="{5537592A-58AB-405C-8F2E-8AFCE018BD0F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3333750" cy="31432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B3656554-E195-40E8-83A8-52245C85D35A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57150" cy="31432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CD1D6422-3514-4F2A-800D-61A2F1A70312}"/>
              </a:ext>
            </a:extLst>
          </p:cNvPr>
          <p:cNvSpPr>
            <a:spLocks noGrp="1"/>
          </p:cNvSpPr>
          <p:nvPr/>
        </p:nvSpPr>
        <p:spPr>
          <a:xfrm>
            <a:off x="81724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项目管理单元</a:t>
            </a:r>
          </a:p>
        </p:txBody>
      </p:sp>
      <p:sp>
        <p:nvSpPr>
          <p:cNvPr id="29" name="">
            <a:extLst>
              <a:ext uri="{FF2B5EF4-FFF2-40B4-BE49-F238E27FC236}">
                <ns2:creationId id="{6C812B26-5DB2-4A46-BBA1-C08ACC01EB74}"/>
              </a:ext>
            </a:extLst>
          </p:cNvPr>
          <p:cNvSpPr>
            <a:spLocks noGrp="1"/>
          </p:cNvSpPr>
          <p:nvPr/>
        </p:nvSpPr>
        <p:spPr>
          <a:xfrm>
            <a:off x="105346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n=15</a:t>
            </a:r>
          </a:p>
        </p:txBody>
      </p:sp>
      <p:sp>
        <p:nvSpPr>
          <p:cNvPr id="30" name="">
            <a:extLst>
              <a:ext uri="{FF2B5EF4-FFF2-40B4-BE49-F238E27FC236}">
                <ns2:creationId id="{97A84F02-B4E4-4B8E-B291-CF538F982FD3}"/>
              </a:ext>
            </a:extLst>
          </p:cNvPr>
          <p:cNvSpPr>
            <a:spLocks noGrp="1"/>
          </p:cNvSpPr>
          <p:nvPr/>
        </p:nvSpPr>
        <p:spPr>
          <a:xfrm>
            <a:off x="8191500" y="27813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8564F8DD-7456-4063-9D11-1CDD8419CAF9}"/>
              </a:ext>
            </a:extLst>
          </p:cNvPr>
          <p:cNvSpPr>
            <a:spLocks noGrp="1"/>
          </p:cNvSpPr>
          <p:nvPr/>
        </p:nvSpPr>
        <p:spPr>
          <a:xfrm>
            <a:off x="83629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汇报材料和函件初稿</a:t>
            </a:r>
          </a:p>
        </p:txBody>
      </p:sp>
      <p:sp>
        <p:nvSpPr>
          <p:cNvPr id="32" name="">
            <a:extLst>
              <a:ext uri="{FF2B5EF4-FFF2-40B4-BE49-F238E27FC236}">
                <ns2:creationId id="{DBDBC4B0-C850-45B1-8EEB-5924DE5F0FD5}"/>
              </a:ext>
            </a:extLst>
          </p:cNvPr>
          <p:cNvSpPr>
            <a:spLocks noGrp="1"/>
          </p:cNvSpPr>
          <p:nvPr/>
        </p:nvSpPr>
        <p:spPr>
          <a:xfrm>
            <a:off x="8191500" y="32385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8DBE0441-E3BB-4997-9CA1-8FD4469FD8EC}"/>
              </a:ext>
            </a:extLst>
          </p:cNvPr>
          <p:cNvSpPr>
            <a:spLocks noGrp="1"/>
          </p:cNvSpPr>
          <p:nvPr/>
        </p:nvSpPr>
        <p:spPr>
          <a:xfrm>
            <a:off x="83629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流程跟踪与工作提醒</a:t>
            </a:r>
          </a:p>
        </p:txBody>
      </p:sp>
      <p:sp>
        <p:nvSpPr>
          <p:cNvPr id="34" name="">
            <a:extLst>
              <a:ext uri="{FF2B5EF4-FFF2-40B4-BE49-F238E27FC236}">
                <ns2:creationId id="{EEEB3778-E003-4AA6-80CE-FBDDC1E1E1B2}"/>
              </a:ext>
            </a:extLst>
          </p:cNvPr>
          <p:cNvSpPr>
            <a:spLocks noGrp="1"/>
          </p:cNvSpPr>
          <p:nvPr/>
        </p:nvSpPr>
        <p:spPr>
          <a:xfrm>
            <a:off x="8191500" y="3695700"/>
            <a:ext cx="76200" cy="762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DDF31B96-C6C4-4EE9-AE38-64D0BBA24849}"/>
              </a:ext>
            </a:extLst>
          </p:cNvPr>
          <p:cNvSpPr>
            <a:spLocks noGrp="1"/>
          </p:cNvSpPr>
          <p:nvPr/>
        </p:nvSpPr>
        <p:spPr>
          <a:xfrm>
            <a:off x="83629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培训资料与可视化表格</a:t>
            </a:r>
          </a:p>
        </p:txBody>
      </p:sp>
      <p:sp>
        <p:nvSpPr>
          <p:cNvPr id="36" name="footer-rule-9">
            <a:extLst>
              <a:ext uri="{FF2B5EF4-FFF2-40B4-BE49-F238E27FC236}">
                <ns2:creationId id="{3F30C10E-E86A-471B-9A7B-FAD41D3BCB40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-9">
            <a:extLst>
              <a:ext uri="{FF2B5EF4-FFF2-40B4-BE49-F238E27FC236}">
                <ns2:creationId id="{5A96724F-4640-4275-B8C4-A21A6C89816D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38" name="footer-page-9">
            <a:extLst>
              <a:ext uri="{FF2B5EF4-FFF2-40B4-BE49-F238E27FC236}">
                <ns2:creationId id="{C922D754-E20E-45E8-87EC-6C644C2978CF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必须人工复核，受控资料试用</a:t>
            </a:r>
          </a:p>
        </p:txBody>
      </p:sp>
    </p:spTree>
    <p:extLst>
      <p:ext uri="{BB962C8B-B14F-4D97-AF65-F5344CB8AC3E}">
        <ns3:creationId val="312715910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0">
            <a:extLst>
              <a:ext uri="{FF2B5EF4-FFF2-40B4-BE49-F238E27FC236}">
                <ns2:creationId id="{0785B8BA-AB80-415F-9EE4-E3F2E683A3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ns2:creationId id="{682186F2-2361-4B0A-A372-18809366963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ns2:creationId id="{508F1FD8-70F3-4B3F-8DA9-1FF66F086500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专业管控场景</a:t>
            </a:r>
          </a:p>
        </p:txBody>
      </p:sp>
      <p:sp>
        <p:nvSpPr>
          <p:cNvPr id="4" name="title-10">
            <a:extLst>
              <a:ext uri="{FF2B5EF4-FFF2-40B4-BE49-F238E27FC236}">
                <ns2:creationId id="{20B96E8D-409F-441E-B2F8-475E1A240EF3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成本、财务与风险法务价值高，但边界更严格</a:t>
            </a:r>
          </a:p>
        </p:txBody>
      </p:sp>
      <p:sp>
        <p:nvSpPr>
          <p:cNvPr id="5" name="support-10">
            <a:extLst>
              <a:ext uri="{FF2B5EF4-FFF2-40B4-BE49-F238E27FC236}">
                <ns2:creationId id="{01FEBC5D-D5B1-44B0-895A-85659A47EF67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这些方向适合先做辅助核验和材料准备，成熟后再讨论平台协同。</a:t>
            </a:r>
          </a:p>
        </p:txBody>
      </p:sp>
      <p:sp>
        <p:nvSpPr>
          <p:cNvPr id="6" name="scene-group-10-成本合约中心">
            <a:extLst>
              <a:ext uri="{FF2B5EF4-FFF2-40B4-BE49-F238E27FC236}">
                <ns2:creationId id="{EEE344B1-EB5B-4E3B-BEC0-98B27F3CFAEB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3333750" cy="31432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7062AF51-7E5E-45C6-B3E9-997C6A741813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57150" cy="31432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A11E766D-C3FD-436C-A7FE-86C565DA3B99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成本合约中心</a:t>
            </a:r>
          </a:p>
        </p:txBody>
      </p:sp>
      <p:sp>
        <p:nvSpPr>
          <p:cNvPr id="9" name="">
            <a:extLst>
              <a:ext uri="{FF2B5EF4-FFF2-40B4-BE49-F238E27FC236}">
                <ns2:creationId id="{F5C4582D-3804-43E6-9F26-3C9F622BA80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n=9</a:t>
            </a:r>
          </a:p>
        </p:txBody>
      </p:sp>
      <p:sp>
        <p:nvSpPr>
          <p:cNvPr id="10" name="">
            <a:extLst>
              <a:ext uri="{FF2B5EF4-FFF2-40B4-BE49-F238E27FC236}">
                <ns2:creationId id="{B33C3085-E988-40CA-8773-10F737D3D87B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772851C9-0728-49A7-BF5F-3860950DADAD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报告函件和PPT初稿</a:t>
            </a:r>
          </a:p>
        </p:txBody>
      </p:sp>
      <p:sp>
        <p:nvSpPr>
          <p:cNvPr id="12" name="">
            <a:extLst>
              <a:ext uri="{FF2B5EF4-FFF2-40B4-BE49-F238E27FC236}">
                <ns2:creationId id="{EA5D169F-8B7D-4F1C-B055-996633612C1F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937E0025-7153-4125-B9B1-D396759C727E}"/>
              </a:ext>
            </a:extLst>
          </p:cNvPr>
          <p:cNvSpPr>
            <a:spLocks noGrp="1"/>
          </p:cNvSpPr>
          <p:nvPr/>
        </p:nvSpPr>
        <p:spPr>
          <a:xfrm>
            <a:off x="9334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成本分析、清标和清单复核</a:t>
            </a:r>
          </a:p>
        </p:txBody>
      </p:sp>
      <p:sp>
        <p:nvSpPr>
          <p:cNvPr id="14" name="">
            <a:extLst>
              <a:ext uri="{FF2B5EF4-FFF2-40B4-BE49-F238E27FC236}">
                <ns2:creationId id="{C140BC61-EE4A-4081-B715-2B7C0EF641B6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A586C7EA-D0DF-475E-8344-3268D6F42DD6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长报告研读和结论提炼</a:t>
            </a:r>
          </a:p>
        </p:txBody>
      </p:sp>
      <p:sp>
        <p:nvSpPr>
          <p:cNvPr id="16" name="scene-group-10-财务管理中心">
            <a:extLst>
              <a:ext uri="{FF2B5EF4-FFF2-40B4-BE49-F238E27FC236}">
                <ns2:creationId id="{7EA179DA-17FA-45C3-8820-DB31A60323CC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3333750" cy="31432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D3B9F306-AE21-49AA-BA10-76A7F40F1C8C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57150" cy="31432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94A1AA68-9A9B-4D0D-B3E1-85DC30CD7707}"/>
              </a:ext>
            </a:extLst>
          </p:cNvPr>
          <p:cNvSpPr>
            <a:spLocks noGrp="1"/>
          </p:cNvSpPr>
          <p:nvPr/>
        </p:nvSpPr>
        <p:spPr>
          <a:xfrm>
            <a:off x="445770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财务管理中心</a:t>
            </a:r>
          </a:p>
        </p:txBody>
      </p:sp>
      <p:sp>
        <p:nvSpPr>
          <p:cNvPr id="19" name="">
            <a:extLst>
              <a:ext uri="{FF2B5EF4-FFF2-40B4-BE49-F238E27FC236}">
                <ns2:creationId id="{CA1A380C-7D36-49C7-ABAE-52255D765580}"/>
              </a:ext>
            </a:extLst>
          </p:cNvPr>
          <p:cNvSpPr>
            <a:spLocks noGrp="1"/>
          </p:cNvSpPr>
          <p:nvPr/>
        </p:nvSpPr>
        <p:spPr>
          <a:xfrm>
            <a:off x="681990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n=8</a:t>
            </a:r>
          </a:p>
        </p:txBody>
      </p:sp>
      <p:sp>
        <p:nvSpPr>
          <p:cNvPr id="20" name="">
            <a:extLst>
              <a:ext uri="{FF2B5EF4-FFF2-40B4-BE49-F238E27FC236}">
                <ns2:creationId id="{D8036858-69B3-4BF4-BBD8-89E67F4C7C12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9DFC79B8-D5A7-43AF-9624-340EBF08A0AA}"/>
              </a:ext>
            </a:extLst>
          </p:cNvPr>
          <p:cNvSpPr>
            <a:spLocks noGrp="1"/>
          </p:cNvSpPr>
          <p:nvPr/>
        </p:nvSpPr>
        <p:spPr>
          <a:xfrm>
            <a:off x="464820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财务数据整合与报表分析</a:t>
            </a:r>
          </a:p>
        </p:txBody>
      </p:sp>
      <p:sp>
        <p:nvSpPr>
          <p:cNvPr id="22" name="">
            <a:extLst>
              <a:ext uri="{FF2B5EF4-FFF2-40B4-BE49-F238E27FC236}">
                <ns2:creationId id="{45D29E05-C7BD-4D63-A2A1-752DF9C9A3CB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C9F2FEBC-C7B8-4D18-9C1A-1B6FD922636C}"/>
              </a:ext>
            </a:extLst>
          </p:cNvPr>
          <p:cNvSpPr>
            <a:spLocks noGrp="1"/>
          </p:cNvSpPr>
          <p:nvPr/>
        </p:nvSpPr>
        <p:spPr>
          <a:xfrm>
            <a:off x="464820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流程审批和记账辅助</a:t>
            </a:r>
          </a:p>
        </p:txBody>
      </p:sp>
      <p:sp>
        <p:nvSpPr>
          <p:cNvPr id="24" name="">
            <a:extLst>
              <a:ext uri="{FF2B5EF4-FFF2-40B4-BE49-F238E27FC236}">
                <ns2:creationId id="{8D55E98C-3D71-4449-89D7-0A85466CE4CE}"/>
              </a:ext>
            </a:extLst>
          </p:cNvPr>
          <p:cNvSpPr>
            <a:spLocks noGrp="1"/>
          </p:cNvSpPr>
          <p:nvPr/>
        </p:nvSpPr>
        <p:spPr>
          <a:xfrm>
            <a:off x="4476750" y="36957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40BE7788-E3AF-46E0-A948-6B8D2CF703EF}"/>
              </a:ext>
            </a:extLst>
          </p:cNvPr>
          <p:cNvSpPr>
            <a:spLocks noGrp="1"/>
          </p:cNvSpPr>
          <p:nvPr/>
        </p:nvSpPr>
        <p:spPr>
          <a:xfrm>
            <a:off x="464820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银企对账单归档自动化</a:t>
            </a:r>
          </a:p>
        </p:txBody>
      </p:sp>
      <p:sp>
        <p:nvSpPr>
          <p:cNvPr id="26" name="scene-group-10-风险法务中心">
            <a:extLst>
              <a:ext uri="{FF2B5EF4-FFF2-40B4-BE49-F238E27FC236}">
                <ns2:creationId id="{1C9907D5-EED0-4992-BE28-90AC482CB56F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3333750" cy="31432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396C4B09-48E8-428F-9716-643E0585BA67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57150" cy="31432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88855787-2424-4167-B5EA-A238D1BD328C}"/>
              </a:ext>
            </a:extLst>
          </p:cNvPr>
          <p:cNvSpPr>
            <a:spLocks noGrp="1"/>
          </p:cNvSpPr>
          <p:nvPr/>
        </p:nvSpPr>
        <p:spPr>
          <a:xfrm>
            <a:off x="81724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风险法务中心</a:t>
            </a:r>
          </a:p>
        </p:txBody>
      </p:sp>
      <p:sp>
        <p:nvSpPr>
          <p:cNvPr id="29" name="">
            <a:extLst>
              <a:ext uri="{FF2B5EF4-FFF2-40B4-BE49-F238E27FC236}">
                <ns2:creationId id="{D016AAE0-28A9-4F5E-9912-DDF59ACE0620}"/>
              </a:ext>
            </a:extLst>
          </p:cNvPr>
          <p:cNvSpPr>
            <a:spLocks noGrp="1"/>
          </p:cNvSpPr>
          <p:nvPr/>
        </p:nvSpPr>
        <p:spPr>
          <a:xfrm>
            <a:off x="105346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n=7</a:t>
            </a:r>
          </a:p>
        </p:txBody>
      </p:sp>
      <p:sp>
        <p:nvSpPr>
          <p:cNvPr id="30" name="">
            <a:extLst>
              <a:ext uri="{FF2B5EF4-FFF2-40B4-BE49-F238E27FC236}">
                <ns2:creationId id="{1DCE9EC0-6AA2-4BAA-A51E-8A4861E41844}"/>
              </a:ext>
            </a:extLst>
          </p:cNvPr>
          <p:cNvSpPr>
            <a:spLocks noGrp="1"/>
          </p:cNvSpPr>
          <p:nvPr/>
        </p:nvSpPr>
        <p:spPr>
          <a:xfrm>
            <a:off x="8191500" y="27813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B35E5453-BEC1-4B81-8913-D7EC498377C6}"/>
              </a:ext>
            </a:extLst>
          </p:cNvPr>
          <p:cNvSpPr>
            <a:spLocks noGrp="1"/>
          </p:cNvSpPr>
          <p:nvPr/>
        </p:nvSpPr>
        <p:spPr>
          <a:xfrm>
            <a:off x="83629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合同及汇报材料辅助</a:t>
            </a:r>
          </a:p>
        </p:txBody>
      </p:sp>
      <p:sp>
        <p:nvSpPr>
          <p:cNvPr id="32" name="">
            <a:extLst>
              <a:ext uri="{FF2B5EF4-FFF2-40B4-BE49-F238E27FC236}">
                <ns2:creationId id="{6AF08739-8F38-4947-8389-743DA24570B0}"/>
              </a:ext>
            </a:extLst>
          </p:cNvPr>
          <p:cNvSpPr>
            <a:spLocks noGrp="1"/>
          </p:cNvSpPr>
          <p:nvPr/>
        </p:nvSpPr>
        <p:spPr>
          <a:xfrm>
            <a:off x="8191500" y="32385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537CB2A4-01CD-4039-8137-1530C391EAA0}"/>
              </a:ext>
            </a:extLst>
          </p:cNvPr>
          <p:cNvSpPr>
            <a:spLocks noGrp="1"/>
          </p:cNvSpPr>
          <p:nvPr/>
        </p:nvSpPr>
        <p:spPr>
          <a:xfrm>
            <a:off x="83629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异常线索和关系图谱辅助</a:t>
            </a:r>
          </a:p>
        </p:txBody>
      </p:sp>
      <p:sp>
        <p:nvSpPr>
          <p:cNvPr id="34" name="">
            <a:extLst>
              <a:ext uri="{FF2B5EF4-FFF2-40B4-BE49-F238E27FC236}">
                <ns2:creationId id="{D07384D0-65FB-4AD0-BD0A-AA9D878FCB92}"/>
              </a:ext>
            </a:extLst>
          </p:cNvPr>
          <p:cNvSpPr>
            <a:spLocks noGrp="1"/>
          </p:cNvSpPr>
          <p:nvPr/>
        </p:nvSpPr>
        <p:spPr>
          <a:xfrm>
            <a:off x="8191500" y="36957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B245B003-21DE-48E3-835D-2CD7AFA32E69}"/>
              </a:ext>
            </a:extLst>
          </p:cNvPr>
          <p:cNvSpPr>
            <a:spLocks noGrp="1"/>
          </p:cNvSpPr>
          <p:nvPr/>
        </p:nvSpPr>
        <p:spPr>
          <a:xfrm>
            <a:off x="83629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采购流程数据抓取</a:t>
            </a:r>
          </a:p>
        </p:txBody>
      </p:sp>
      <p:sp>
        <p:nvSpPr>
          <p:cNvPr id="36" name="footer-rule-10">
            <a:extLst>
              <a:ext uri="{FF2B5EF4-FFF2-40B4-BE49-F238E27FC236}">
                <ns2:creationId id="{2B5A048E-0808-4C20-97CC-E7850175E6BF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-10">
            <a:extLst>
              <a:ext uri="{FF2B5EF4-FFF2-40B4-BE49-F238E27FC236}">
                <ns2:creationId id="{949E2240-3BBE-448A-B2FF-9ACA3E52C509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控制要求</a:t>
            </a:r>
          </a:p>
        </p:txBody>
      </p:sp>
      <p:sp>
        <p:nvSpPr>
          <p:cNvPr id="38" name="footer-page-10">
            <a:extLst>
              <a:ext uri="{FF2B5EF4-FFF2-40B4-BE49-F238E27FC236}">
                <ns2:creationId id="{09FC8947-AE18-4249-80DF-5FFE1ECF6412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人工复核和必要审批</a:t>
            </a:r>
          </a:p>
        </p:txBody>
      </p:sp>
    </p:spTree>
    <p:extLst>
      <p:ext uri="{BB962C8B-B14F-4D97-AF65-F5344CB8AC3E}">
        <ns3:creationId val="34533999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1">
            <a:extLst>
              <a:ext uri="{FF2B5EF4-FFF2-40B4-BE49-F238E27FC236}">
                <ns2:creationId id="{D7E4DFFA-EDE7-46AB-863F-01C9212FF5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ns2:creationId id="{9C035D90-DF6B-4D02-9B7E-2C08062B87B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ns2:creationId id="{43B65E23-B06D-4B5C-87B6-61FB8484D552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专项与属地场景</a:t>
            </a:r>
          </a:p>
        </p:txBody>
      </p:sp>
      <p:sp>
        <p:nvSpPr>
          <p:cNvPr id="4" name="title-11">
            <a:extLst>
              <a:ext uri="{FF2B5EF4-FFF2-40B4-BE49-F238E27FC236}">
                <ns2:creationId id="{2B78BCCB-E437-4AA5-9347-8AA3EDDD98E1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投资、城市更新和属地公司方向纳入一页纸探索计划</a:t>
            </a:r>
          </a:p>
        </p:txBody>
      </p:sp>
      <p:sp>
        <p:nvSpPr>
          <p:cNvPr id="5" name="support-11">
            <a:extLst>
              <a:ext uri="{FF2B5EF4-FFF2-40B4-BE49-F238E27FC236}">
                <ns2:creationId id="{3C74A65E-1ECC-4798-AB11-DF8C7C52D677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小样本只用于识别方向，不用于过度比较。</a:t>
            </a:r>
          </a:p>
        </p:txBody>
      </p:sp>
      <p:sp>
        <p:nvSpPr>
          <p:cNvPr id="6" name="scene-group-11-投资发展中心">
            <a:extLst>
              <a:ext uri="{FF2B5EF4-FFF2-40B4-BE49-F238E27FC236}">
                <ns2:creationId id="{C70ED225-0584-467D-8EE3-A5A227BEFCCA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3333750" cy="31432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5665393F-4458-41D9-A8EB-6148CCA8AB97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57150" cy="31432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E46353F-7283-4D0C-84BA-F8CA132B2DCC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投资发展中心</a:t>
            </a:r>
          </a:p>
        </p:txBody>
      </p:sp>
      <p:sp>
        <p:nvSpPr>
          <p:cNvPr id="9" name="">
            <a:extLst>
              <a:ext uri="{FF2B5EF4-FFF2-40B4-BE49-F238E27FC236}">
                <ns2:creationId id="{92697CB6-879E-410A-BC07-909AD53AB726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n=3</a:t>
            </a:r>
          </a:p>
        </p:txBody>
      </p:sp>
      <p:sp>
        <p:nvSpPr>
          <p:cNvPr id="10" name="">
            <a:extLst>
              <a:ext uri="{FF2B5EF4-FFF2-40B4-BE49-F238E27FC236}">
                <ns2:creationId id="{51F5FEF5-310C-4132-8F8D-6C0C514A0F43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E6F3AC8E-9073-4555-A0E7-FEA6E5D0FC55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项目信息收集汇总与核验</a:t>
            </a:r>
          </a:p>
        </p:txBody>
      </p:sp>
      <p:sp>
        <p:nvSpPr>
          <p:cNvPr id="12" name="">
            <a:extLst>
              <a:ext uri="{FF2B5EF4-FFF2-40B4-BE49-F238E27FC236}">
                <ns2:creationId id="{8B1C325B-3CAF-4F82-8E16-9AFDA56746F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76200" cy="7620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8191A915-2323-449E-8C2B-0FFDA387D4A1}"/>
              </a:ext>
            </a:extLst>
          </p:cNvPr>
          <p:cNvSpPr>
            <a:spLocks noGrp="1"/>
          </p:cNvSpPr>
          <p:nvPr/>
        </p:nvSpPr>
        <p:spPr>
          <a:xfrm>
            <a:off x="9334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投资报告与文字材料辅助</a:t>
            </a:r>
          </a:p>
        </p:txBody>
      </p:sp>
      <p:sp>
        <p:nvSpPr>
          <p:cNvPr id="14" name="scene-group-11-城市更新事业部">
            <a:extLst>
              <a:ext uri="{FF2B5EF4-FFF2-40B4-BE49-F238E27FC236}">
                <ns2:creationId id="{44CC521B-C363-4227-808A-1A2088FCC9CF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3333750" cy="31432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44123EC9-5CC1-4578-BF9F-936BC38A9876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57150" cy="31432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86FC5CE-BBA4-4C14-999D-CB3A5EBCB810}"/>
              </a:ext>
            </a:extLst>
          </p:cNvPr>
          <p:cNvSpPr>
            <a:spLocks noGrp="1"/>
          </p:cNvSpPr>
          <p:nvPr/>
        </p:nvSpPr>
        <p:spPr>
          <a:xfrm>
            <a:off x="445770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城市更新事业部</a:t>
            </a:r>
          </a:p>
        </p:txBody>
      </p:sp>
      <p:sp>
        <p:nvSpPr>
          <p:cNvPr id="17" name="">
            <a:extLst>
              <a:ext uri="{FF2B5EF4-FFF2-40B4-BE49-F238E27FC236}">
                <ns2:creationId id="{A7FF6B38-42F4-4325-BF4D-DEA443656B3F}"/>
              </a:ext>
            </a:extLst>
          </p:cNvPr>
          <p:cNvSpPr>
            <a:spLocks noGrp="1"/>
          </p:cNvSpPr>
          <p:nvPr/>
        </p:nvSpPr>
        <p:spPr>
          <a:xfrm>
            <a:off x="681990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n=4</a:t>
            </a:r>
          </a:p>
        </p:txBody>
      </p:sp>
      <p:sp>
        <p:nvSpPr>
          <p:cNvPr id="18" name="">
            <a:extLst>
              <a:ext uri="{FF2B5EF4-FFF2-40B4-BE49-F238E27FC236}">
                <ns2:creationId id="{3019151D-83AA-4BA9-B413-A49BE1991909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69392F52-B7D3-4CC8-AB7E-D6F456BEB5B2}"/>
              </a:ext>
            </a:extLst>
          </p:cNvPr>
          <p:cNvSpPr>
            <a:spLocks noGrp="1"/>
          </p:cNvSpPr>
          <p:nvPr/>
        </p:nvSpPr>
        <p:spPr>
          <a:xfrm>
            <a:off x="464820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政策沟通与报告材料辅助</a:t>
            </a:r>
          </a:p>
        </p:txBody>
      </p:sp>
      <p:sp>
        <p:nvSpPr>
          <p:cNvPr id="20" name="">
            <a:extLst>
              <a:ext uri="{FF2B5EF4-FFF2-40B4-BE49-F238E27FC236}">
                <ns2:creationId id="{8ECD6203-8A45-421F-AC7B-DB955E8D7536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E0C6F17D-EBB4-4E73-8BF9-B7EF0DCD94F4}"/>
              </a:ext>
            </a:extLst>
          </p:cNvPr>
          <p:cNvSpPr>
            <a:spLocks noGrp="1"/>
          </p:cNvSpPr>
          <p:nvPr/>
        </p:nvSpPr>
        <p:spPr>
          <a:xfrm>
            <a:off x="464820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产权和历史数据辅助梳理</a:t>
            </a:r>
          </a:p>
        </p:txBody>
      </p:sp>
      <p:sp>
        <p:nvSpPr>
          <p:cNvPr id="22" name="">
            <a:extLst>
              <a:ext uri="{FF2B5EF4-FFF2-40B4-BE49-F238E27FC236}">
                <ns2:creationId id="{A209CD47-9334-468A-B417-D7A7A001B0B2}"/>
              </a:ext>
            </a:extLst>
          </p:cNvPr>
          <p:cNvSpPr>
            <a:spLocks noGrp="1"/>
          </p:cNvSpPr>
          <p:nvPr/>
        </p:nvSpPr>
        <p:spPr>
          <a:xfrm>
            <a:off x="4476750" y="3695700"/>
            <a:ext cx="76200" cy="7620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4BA9E87D-32A2-4280-85B1-506235D37023}"/>
              </a:ext>
            </a:extLst>
          </p:cNvPr>
          <p:cNvSpPr>
            <a:spLocks noGrp="1"/>
          </p:cNvSpPr>
          <p:nvPr/>
        </p:nvSpPr>
        <p:spPr>
          <a:xfrm>
            <a:off x="464820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补偿方案测算辅助</a:t>
            </a:r>
          </a:p>
        </p:txBody>
      </p:sp>
      <p:sp>
        <p:nvSpPr>
          <p:cNvPr id="24" name="scene-group-11-龙岗安城投公司">
            <a:extLst>
              <a:ext uri="{FF2B5EF4-FFF2-40B4-BE49-F238E27FC236}">
                <ns2:creationId id="{D0F1BED5-DFA7-4DAE-8930-5309F58DB4EC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3333750" cy="31432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70A49FB7-75BD-434A-99EF-CF4269D4AC64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57150" cy="31432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007724CF-F998-40DC-9A48-BA73B3AC0508}"/>
              </a:ext>
            </a:extLst>
          </p:cNvPr>
          <p:cNvSpPr>
            <a:spLocks noGrp="1"/>
          </p:cNvSpPr>
          <p:nvPr/>
        </p:nvSpPr>
        <p:spPr>
          <a:xfrm>
            <a:off x="8172450" y="23622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龙岗安城投公司</a:t>
            </a:r>
          </a:p>
        </p:txBody>
      </p:sp>
      <p:sp>
        <p:nvSpPr>
          <p:cNvPr id="27" name="">
            <a:extLst>
              <a:ext uri="{FF2B5EF4-FFF2-40B4-BE49-F238E27FC236}">
                <ns2:creationId id="{2C989B8C-BD52-4809-8065-56C567456360}"/>
              </a:ext>
            </a:extLst>
          </p:cNvPr>
          <p:cNvSpPr>
            <a:spLocks noGrp="1"/>
          </p:cNvSpPr>
          <p:nvPr/>
        </p:nvSpPr>
        <p:spPr>
          <a:xfrm>
            <a:off x="10534650" y="236220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n=13</a:t>
            </a:r>
          </a:p>
        </p:txBody>
      </p:sp>
      <p:sp>
        <p:nvSpPr>
          <p:cNvPr id="28" name="">
            <a:extLst>
              <a:ext uri="{FF2B5EF4-FFF2-40B4-BE49-F238E27FC236}">
                <ns2:creationId id="{7AA4B441-A41E-45C2-939C-90E68F69459C}"/>
              </a:ext>
            </a:extLst>
          </p:cNvPr>
          <p:cNvSpPr>
            <a:spLocks noGrp="1"/>
          </p:cNvSpPr>
          <p:nvPr/>
        </p:nvSpPr>
        <p:spPr>
          <a:xfrm>
            <a:off x="8191500" y="27813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E7F49E21-1986-4A8B-AD16-92FAA65995BD}"/>
              </a:ext>
            </a:extLst>
          </p:cNvPr>
          <p:cNvSpPr>
            <a:spLocks noGrp="1"/>
          </p:cNvSpPr>
          <p:nvPr/>
        </p:nvSpPr>
        <p:spPr>
          <a:xfrm>
            <a:off x="8362950" y="26670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工程数据整理与汇报文件</a:t>
            </a:r>
          </a:p>
        </p:txBody>
      </p:sp>
      <p:sp>
        <p:nvSpPr>
          <p:cNvPr id="30" name="">
            <a:extLst>
              <a:ext uri="{FF2B5EF4-FFF2-40B4-BE49-F238E27FC236}">
                <ns2:creationId id="{D820217C-7968-4F47-AC87-B110686435F8}"/>
              </a:ext>
            </a:extLst>
          </p:cNvPr>
          <p:cNvSpPr>
            <a:spLocks noGrp="1"/>
          </p:cNvSpPr>
          <p:nvPr/>
        </p:nvSpPr>
        <p:spPr>
          <a:xfrm>
            <a:off x="8191500" y="32385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4E52E4A8-EDC2-42A2-AAAD-27F9CE20759E}"/>
              </a:ext>
            </a:extLst>
          </p:cNvPr>
          <p:cNvSpPr>
            <a:spLocks noGrp="1"/>
          </p:cNvSpPr>
          <p:nvPr/>
        </p:nvSpPr>
        <p:spPr>
          <a:xfrm>
            <a:off x="8362950" y="3124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测算、统计和逻辑校核</a:t>
            </a:r>
          </a:p>
        </p:txBody>
      </p:sp>
      <p:sp>
        <p:nvSpPr>
          <p:cNvPr id="32" name="">
            <a:extLst>
              <a:ext uri="{FF2B5EF4-FFF2-40B4-BE49-F238E27FC236}">
                <ns2:creationId id="{902E6C47-36A2-4379-8FA5-77E2DCAE48CF}"/>
              </a:ext>
            </a:extLst>
          </p:cNvPr>
          <p:cNvSpPr>
            <a:spLocks noGrp="1"/>
          </p:cNvSpPr>
          <p:nvPr/>
        </p:nvSpPr>
        <p:spPr>
          <a:xfrm>
            <a:off x="8191500" y="3695700"/>
            <a:ext cx="76200" cy="7620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BB6B6A8F-1061-4E18-B27B-76EDB7AF18F4}"/>
              </a:ext>
            </a:extLst>
          </p:cNvPr>
          <p:cNvSpPr>
            <a:spLocks noGrp="1"/>
          </p:cNvSpPr>
          <p:nvPr/>
        </p:nvSpPr>
        <p:spPr>
          <a:xfrm>
            <a:off x="8362950" y="35814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报告、议案与PPT辅助</a:t>
            </a:r>
          </a:p>
        </p:txBody>
      </p:sp>
      <p:sp>
        <p:nvSpPr>
          <p:cNvPr id="34" name="footer-rule-11">
            <a:extLst>
              <a:ext uri="{FF2B5EF4-FFF2-40B4-BE49-F238E27FC236}">
                <ns2:creationId id="{D371E048-BBBE-4BD4-8558-EED5341806B9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ooter-source-11">
            <a:extLst>
              <a:ext uri="{FF2B5EF4-FFF2-40B4-BE49-F238E27FC236}">
                <ns2:creationId id="{0356F10B-5373-401D-97F0-0381C75226D6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推进方式</a:t>
            </a:r>
          </a:p>
        </p:txBody>
      </p:sp>
      <p:sp>
        <p:nvSpPr>
          <p:cNvPr id="36" name="footer-page-11">
            <a:extLst>
              <a:ext uri="{FF2B5EF4-FFF2-40B4-BE49-F238E27FC236}">
                <ns2:creationId id="{C5B026E8-5FD2-44F5-84F2-8CC87DD2C319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先计划、再交流、再复制</a:t>
            </a:r>
          </a:p>
        </p:txBody>
      </p:sp>
    </p:spTree>
    <p:extLst>
      <p:ext uri="{BB962C8B-B14F-4D97-AF65-F5344CB8AC3E}">
        <ns3:creationId val="995510394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2">
            <a:extLst>
              <a:ext uri="{FF2B5EF4-FFF2-40B4-BE49-F238E27FC236}">
                <ns2:creationId id="{5FABA465-2129-4380-9CDF-A5851CDE5A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ns2:creationId id="{3964E2A0-1C50-47B8-8331-2B515F82736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ns2:creationId id="{D9B5FE6E-62E2-4CA6-83AD-7F059A0C4395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单位探索计划台账</a:t>
            </a:r>
          </a:p>
        </p:txBody>
      </p:sp>
      <p:sp>
        <p:nvSpPr>
          <p:cNvPr id="4" name="title-12">
            <a:extLst>
              <a:ext uri="{FF2B5EF4-FFF2-40B4-BE49-F238E27FC236}">
                <ns2:creationId id="{CB12D0AC-C796-43EE-A26C-03969F785065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从固定项目清单改为动态探索网络</a:t>
            </a:r>
          </a:p>
        </p:txBody>
      </p:sp>
      <p:sp>
        <p:nvSpPr>
          <p:cNvPr id="5" name="support-12">
            <a:extLst>
              <a:ext uri="{FF2B5EF4-FFF2-40B4-BE49-F238E27FC236}">
                <ns2:creationId id="{A2729198-36CF-49A6-BCEC-20ABB6A90406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每个单位记录对接人、方向、一页纸计划、交流会汇报、标杆复制和OA模块候选。</a:t>
            </a:r>
          </a:p>
        </p:txBody>
      </p:sp>
      <p:sp>
        <p:nvSpPr>
          <p:cNvPr id="6" name="">
            <a:extLst>
              <a:ext uri="{FF2B5EF4-FFF2-40B4-BE49-F238E27FC236}">
                <ns2:creationId id="{D6DBFAB9-C41D-4F26-BE25-E5EB7982005E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>
              <a:ext uri="{FF2B5EF4-FFF2-40B4-BE49-F238E27FC236}">
                <ns2:creationId id="{C5575EE2-3E45-439E-BCC0-3FE8B543623C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对接人</a:t>
            </a:r>
          </a:p>
        </p:txBody>
      </p:sp>
      <p:sp>
        <p:nvSpPr>
          <p:cNvPr id="8" name="">
            <a:extLst>
              <a:ext uri="{FF2B5EF4-FFF2-40B4-BE49-F238E27FC236}">
                <ns2:creationId id="{6BB0501F-C895-40C5-8623-1276D0B6E526}"/>
              </a:ext>
            </a:extLst>
          </p:cNvPr>
          <p:cNvSpPr>
            <a:spLocks noGrp="1"/>
          </p:cNvSpPr>
          <p:nvPr/>
        </p:nvSpPr>
        <p:spPr>
          <a:xfrm>
            <a:off x="4667250" y="21907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1AF67DC9-C4BE-45E4-BD2E-5FEDCB172433}"/>
              </a:ext>
            </a:extLst>
          </p:cNvPr>
          <p:cNvSpPr>
            <a:spLocks noGrp="1"/>
          </p:cNvSpPr>
          <p:nvPr/>
        </p:nvSpPr>
        <p:spPr>
          <a:xfrm>
            <a:off x="4667250" y="2190750"/>
            <a:ext cx="1005840" cy="85725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A0EA81F-BB6F-49B4-BA8F-6C5EBBE1FF84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会后2周确认</a:t>
            </a:r>
          </a:p>
        </p:txBody>
      </p:sp>
      <p:sp>
        <p:nvSpPr>
          <p:cNvPr id="11" name="">
            <a:extLst>
              <a:ext uri="{FF2B5EF4-FFF2-40B4-BE49-F238E27FC236}">
                <ns2:creationId id="{13B963D5-28AB-4A63-9ED9-F92BC5798CF6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>
              <a:ext uri="{FF2B5EF4-FFF2-40B4-BE49-F238E27FC236}">
                <ns2:creationId id="{F170A778-B0DD-4023-AF11-3FFEFEB834AE}"/>
              </a:ext>
            </a:extLst>
          </p:cNvPr>
          <p:cNvSpPr>
            <a:spLocks noGrp="1"/>
          </p:cNvSpPr>
          <p:nvPr/>
        </p:nvSpPr>
        <p:spPr>
          <a:xfrm>
            <a:off x="1028700" y="26289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2-3个方向</a:t>
            </a:r>
          </a:p>
        </p:txBody>
      </p:sp>
      <p:sp>
        <p:nvSpPr>
          <p:cNvPr id="13" name="">
            <a:extLst>
              <a:ext uri="{FF2B5EF4-FFF2-40B4-BE49-F238E27FC236}">
                <ns2:creationId id="{6AFC06F9-607E-450F-866B-51FD0CE372E4}"/>
              </a:ext>
            </a:extLst>
          </p:cNvPr>
          <p:cNvSpPr>
            <a:spLocks noGrp="1"/>
          </p:cNvSpPr>
          <p:nvPr/>
        </p:nvSpPr>
        <p:spPr>
          <a:xfrm>
            <a:off x="4667250" y="27241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F7AFDB40-694D-4E6B-A6EA-B532F54C4711}"/>
              </a:ext>
            </a:extLst>
          </p:cNvPr>
          <p:cNvSpPr>
            <a:spLocks noGrp="1"/>
          </p:cNvSpPr>
          <p:nvPr/>
        </p:nvSpPr>
        <p:spPr>
          <a:xfrm>
            <a:off x="4667250" y="2724150"/>
            <a:ext cx="974408" cy="85725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A571C37F-85D1-4C7A-8FC0-671774B89873}"/>
              </a:ext>
            </a:extLst>
          </p:cNvPr>
          <p:cNvSpPr>
            <a:spLocks noGrp="1"/>
          </p:cNvSpPr>
          <p:nvPr/>
        </p:nvSpPr>
        <p:spPr>
          <a:xfrm>
            <a:off x="5810250" y="26289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一句话描述即可</a:t>
            </a:r>
          </a:p>
        </p:txBody>
      </p:sp>
      <p:sp>
        <p:nvSpPr>
          <p:cNvPr id="16" name="">
            <a:extLst>
              <a:ext uri="{FF2B5EF4-FFF2-40B4-BE49-F238E27FC236}">
                <ns2:creationId id="{901B9531-E6A1-42FB-9F0C-6E024F902450}"/>
              </a:ext>
            </a:extLst>
          </p:cNvPr>
          <p:cNvSpPr>
            <a:spLocks noGrp="1"/>
          </p:cNvSpPr>
          <p:nvPr/>
        </p:nvSpPr>
        <p:spPr>
          <a:xfrm>
            <a:off x="666750" y="31623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>
              <a:ext uri="{FF2B5EF4-FFF2-40B4-BE49-F238E27FC236}">
                <ns2:creationId id="{3D73052D-D109-4D80-BB99-4F7E52EB985E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一页纸计划</a:t>
            </a:r>
          </a:p>
        </p:txBody>
      </p:sp>
      <p:sp>
        <p:nvSpPr>
          <p:cNvPr id="18" name="">
            <a:extLst>
              <a:ext uri="{FF2B5EF4-FFF2-40B4-BE49-F238E27FC236}">
                <ns2:creationId id="{4B45134E-EE05-470B-ADC5-8F6F95BB46F3}"/>
              </a:ext>
            </a:extLst>
          </p:cNvPr>
          <p:cNvSpPr>
            <a:spLocks noGrp="1"/>
          </p:cNvSpPr>
          <p:nvPr/>
        </p:nvSpPr>
        <p:spPr>
          <a:xfrm>
            <a:off x="4667250" y="32575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66DE96B6-C00B-4B80-A6DF-1D5F06A0967A}"/>
              </a:ext>
            </a:extLst>
          </p:cNvPr>
          <p:cNvSpPr>
            <a:spLocks noGrp="1"/>
          </p:cNvSpPr>
          <p:nvPr/>
        </p:nvSpPr>
        <p:spPr>
          <a:xfrm>
            <a:off x="4667250" y="3257550"/>
            <a:ext cx="942975" cy="85725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285A0E17-0941-4B78-8F65-9A2A0E098788}"/>
              </a:ext>
            </a:extLst>
          </p:cNvPr>
          <p:cNvSpPr>
            <a:spLocks noGrp="1"/>
          </p:cNvSpPr>
          <p:nvPr/>
        </p:nvSpPr>
        <p:spPr>
          <a:xfrm>
            <a:off x="5810250" y="31623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会后1个月提交</a:t>
            </a:r>
          </a:p>
        </p:txBody>
      </p:sp>
      <p:sp>
        <p:nvSpPr>
          <p:cNvPr id="21" name="">
            <a:extLst>
              <a:ext uri="{FF2B5EF4-FFF2-40B4-BE49-F238E27FC236}">
                <ns2:creationId id="{20B17B31-BA09-49D7-9AAD-4ED7F85B4E54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>
              <a:ext uri="{FF2B5EF4-FFF2-40B4-BE49-F238E27FC236}">
                <ns2:creationId id="{806AA0BA-5040-4F39-BC9D-FD13BDE50E13}"/>
              </a:ext>
            </a:extLst>
          </p:cNvPr>
          <p:cNvSpPr>
            <a:spLocks noGrp="1"/>
          </p:cNvSpPr>
          <p:nvPr/>
        </p:nvSpPr>
        <p:spPr>
          <a:xfrm>
            <a:off x="1028700" y="36957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交流会汇报</a:t>
            </a:r>
          </a:p>
        </p:txBody>
      </p:sp>
      <p:sp>
        <p:nvSpPr>
          <p:cNvPr id="23" name="">
            <a:extLst>
              <a:ext uri="{FF2B5EF4-FFF2-40B4-BE49-F238E27FC236}">
                <ns2:creationId id="{43C81700-664C-4C4A-85D9-5BB9E3756461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D6C6C4BD-A8C1-43D1-9769-8B8659172654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901065" cy="85725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EC601BB4-515A-4A47-9DAA-60EC794475AA}"/>
              </a:ext>
            </a:extLst>
          </p:cNvPr>
          <p:cNvSpPr>
            <a:spLocks noGrp="1"/>
          </p:cNvSpPr>
          <p:nvPr/>
        </p:nvSpPr>
        <p:spPr>
          <a:xfrm>
            <a:off x="5810250" y="36957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会后2个月进行</a:t>
            </a:r>
          </a:p>
        </p:txBody>
      </p:sp>
      <p:sp>
        <p:nvSpPr>
          <p:cNvPr id="26" name="">
            <a:extLst>
              <a:ext uri="{FF2B5EF4-FFF2-40B4-BE49-F238E27FC236}">
                <ns2:creationId id="{C2912796-B248-493E-8C63-3190339A9399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>
              <a:ext uri="{FF2B5EF4-FFF2-40B4-BE49-F238E27FC236}">
                <ns2:creationId id="{5DC4C322-022C-4463-ABFD-A61727D67990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标杆案例</a:t>
            </a:r>
          </a:p>
        </p:txBody>
      </p:sp>
      <p:sp>
        <p:nvSpPr>
          <p:cNvPr id="28" name="">
            <a:extLst>
              <a:ext uri="{FF2B5EF4-FFF2-40B4-BE49-F238E27FC236}">
                <ns2:creationId id="{E0A157C2-D52B-427A-8415-896232EE115D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D024EA22-59E2-4F04-A95D-4268A35287BC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901065" cy="85725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5EBEED4C-3BE4-4136-9A00-A5EE161AEC87}"/>
              </a:ext>
            </a:extLst>
          </p:cNvPr>
          <p:cNvSpPr>
            <a:spLocks noGrp="1"/>
          </p:cNvSpPr>
          <p:nvPr/>
        </p:nvSpPr>
        <p:spPr>
          <a:xfrm>
            <a:off x="5810250" y="42291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有效经验跨单位复制</a:t>
            </a:r>
          </a:p>
        </p:txBody>
      </p:sp>
      <p:sp>
        <p:nvSpPr>
          <p:cNvPr id="31" name="">
            <a:extLst>
              <a:ext uri="{FF2B5EF4-FFF2-40B4-BE49-F238E27FC236}">
                <ns2:creationId id="{1EC0044B-7F02-42E5-A344-36D6E2D39EB4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">
            <a:extLst>
              <a:ext uri="{FF2B5EF4-FFF2-40B4-BE49-F238E27FC236}">
                <ns2:creationId id="{74CC4BE7-B7B3-4C5A-B425-DFEFF655885B}"/>
              </a:ext>
            </a:extLst>
          </p:cNvPr>
          <p:cNvSpPr>
            <a:spLocks noGrp="1"/>
          </p:cNvSpPr>
          <p:nvPr/>
        </p:nvSpPr>
        <p:spPr>
          <a:xfrm>
            <a:off x="1028700" y="47625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OA模块候选</a:t>
            </a:r>
          </a:p>
        </p:txBody>
      </p:sp>
      <p:sp>
        <p:nvSpPr>
          <p:cNvPr id="33" name="">
            <a:extLst>
              <a:ext uri="{FF2B5EF4-FFF2-40B4-BE49-F238E27FC236}">
                <ns2:creationId id="{A2A11935-1B4B-4070-882F-FCC56F53D583}"/>
              </a:ext>
            </a:extLst>
          </p:cNvPr>
          <p:cNvSpPr>
            <a:spLocks noGrp="1"/>
          </p:cNvSpPr>
          <p:nvPr/>
        </p:nvSpPr>
        <p:spPr>
          <a:xfrm>
            <a:off x="4667250" y="48577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6D4FD632-9CDA-4DF3-802D-FE0B8F4D5822}"/>
              </a:ext>
            </a:extLst>
          </p:cNvPr>
          <p:cNvSpPr>
            <a:spLocks noGrp="1"/>
          </p:cNvSpPr>
          <p:nvPr/>
        </p:nvSpPr>
        <p:spPr>
          <a:xfrm>
            <a:off x="4667250" y="4857750"/>
            <a:ext cx="796290" cy="85725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3F9DB68E-16CD-4B8C-A654-5C3CDD6265CE}"/>
              </a:ext>
            </a:extLst>
          </p:cNvPr>
          <p:cNvSpPr>
            <a:spLocks noGrp="1"/>
          </p:cNvSpPr>
          <p:nvPr/>
        </p:nvSpPr>
        <p:spPr>
          <a:xfrm>
            <a:off x="5810250" y="4762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成熟场景纳入平台规划</a:t>
            </a:r>
          </a:p>
        </p:txBody>
      </p:sp>
      <p:sp>
        <p:nvSpPr>
          <p:cNvPr id="36" name="">
            <a:extLst>
              <a:ext uri="{FF2B5EF4-FFF2-40B4-BE49-F238E27FC236}">
                <ns2:creationId id="{1540DAFC-957C-48AD-BD0E-CECD3060ABCA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资源支持</a:t>
            </a:r>
          </a:p>
        </p:txBody>
      </p:sp>
      <p:sp>
        <p:nvSpPr>
          <p:cNvPr id="37" name="">
            <a:extLst>
              <a:ext uri="{FF2B5EF4-FFF2-40B4-BE49-F238E27FC236}">
                <ns2:creationId id="{F22B257A-D2D1-49BF-BF15-6180AD4DE916}"/>
              </a:ext>
            </a:extLst>
          </p:cNvPr>
          <p:cNvSpPr>
            <a:spLocks noGrp="1"/>
          </p:cNvSpPr>
          <p:nvPr/>
        </p:nvSpPr>
        <p:spPr>
          <a:xfrm>
            <a:off x="6648450" y="20955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3万元/年工具支持，使用换分享</a:t>
            </a:r>
          </a:p>
        </p:txBody>
      </p:sp>
      <p:sp>
        <p:nvSpPr>
          <p:cNvPr id="38" name="">
            <a:extLst>
              <a:ext uri="{FF2B5EF4-FFF2-40B4-BE49-F238E27FC236}">
                <ns2:creationId id="{D142E28B-4676-4C6D-97CC-EAA8F3944B5F}"/>
              </a:ext>
            </a:extLst>
          </p:cNvPr>
          <p:cNvSpPr>
            <a:spLocks noGrp="1"/>
          </p:cNvSpPr>
          <p:nvPr/>
        </p:nvSpPr>
        <p:spPr>
          <a:xfrm>
            <a:off x="10287000" y="21907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7136134B-172D-4576-A36E-9091FAD78BEB}"/>
              </a:ext>
            </a:extLst>
          </p:cNvPr>
          <p:cNvSpPr>
            <a:spLocks noGrp="1"/>
          </p:cNvSpPr>
          <p:nvPr/>
        </p:nvSpPr>
        <p:spPr>
          <a:xfrm>
            <a:off x="10287000" y="2190750"/>
            <a:ext cx="796290" cy="85725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8F9E8BAA-0DF5-474B-9930-BC1C511C07C6}"/>
              </a:ext>
            </a:extLst>
          </p:cNvPr>
          <p:cNvSpPr>
            <a:spLocks noGrp="1"/>
          </p:cNvSpPr>
          <p:nvPr/>
        </p:nvSpPr>
        <p:spPr>
          <a:xfrm>
            <a:off x="11430000" y="2095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1" name="">
            <a:extLst>
              <a:ext uri="{FF2B5EF4-FFF2-40B4-BE49-F238E27FC236}">
                <ns2:creationId id="{C9A6712F-B3FF-4680-9438-8CBF08F9DF45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2" name="">
            <a:extLst>
              <a:ext uri="{FF2B5EF4-FFF2-40B4-BE49-F238E27FC236}">
                <ns2:creationId id="{25BFAF31-F777-41FB-8846-0F2ADD90839F}"/>
              </a:ext>
            </a:extLst>
          </p:cNvPr>
          <p:cNvSpPr>
            <a:spLocks noGrp="1"/>
          </p:cNvSpPr>
          <p:nvPr/>
        </p:nvSpPr>
        <p:spPr>
          <a:xfrm>
            <a:off x="6648450" y="26289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3" name="">
            <a:extLst>
              <a:ext uri="{FF2B5EF4-FFF2-40B4-BE49-F238E27FC236}">
                <ns2:creationId id="{B06795DD-4A12-46FC-8A1A-715E65324E70}"/>
              </a:ext>
            </a:extLst>
          </p:cNvPr>
          <p:cNvSpPr>
            <a:spLocks noGrp="1"/>
          </p:cNvSpPr>
          <p:nvPr/>
        </p:nvSpPr>
        <p:spPr>
          <a:xfrm>
            <a:off x="10287000" y="27241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B4878F0D-B3C8-4815-88FA-40AF4FAAB446}"/>
              </a:ext>
            </a:extLst>
          </p:cNvPr>
          <p:cNvSpPr>
            <a:spLocks noGrp="1"/>
          </p:cNvSpPr>
          <p:nvPr/>
        </p:nvSpPr>
        <p:spPr>
          <a:xfrm>
            <a:off x="10287000" y="2724150"/>
            <a:ext cx="754380" cy="85725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73D0893A-AB81-4C98-9EB6-1869DEA717BE}"/>
              </a:ext>
            </a:extLst>
          </p:cNvPr>
          <p:cNvSpPr>
            <a:spLocks noGrp="1"/>
          </p:cNvSpPr>
          <p:nvPr/>
        </p:nvSpPr>
        <p:spPr>
          <a:xfrm>
            <a:off x="11430000" y="26289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">
            <a:extLst>
              <a:ext uri="{FF2B5EF4-FFF2-40B4-BE49-F238E27FC236}">
                <ns2:creationId id="{C9DC52A7-D19F-4683-8DEB-E2F6D88FFB0A}"/>
              </a:ext>
            </a:extLst>
          </p:cNvPr>
          <p:cNvSpPr>
            <a:spLocks noGrp="1"/>
          </p:cNvSpPr>
          <p:nvPr/>
        </p:nvSpPr>
        <p:spPr>
          <a:xfrm>
            <a:off x="6286500" y="31623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">
            <a:extLst>
              <a:ext uri="{FF2B5EF4-FFF2-40B4-BE49-F238E27FC236}">
                <ns2:creationId id="{8E8C8BAE-93E9-4211-97E2-B4EFC52BF16F}"/>
              </a:ext>
            </a:extLst>
          </p:cNvPr>
          <p:cNvSpPr>
            <a:spLocks noGrp="1"/>
          </p:cNvSpPr>
          <p:nvPr/>
        </p:nvSpPr>
        <p:spPr>
          <a:xfrm>
            <a:off x="6648450" y="31623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">
            <a:extLst>
              <a:ext uri="{FF2B5EF4-FFF2-40B4-BE49-F238E27FC236}">
                <ns2:creationId id="{68A740BA-3B4D-4B7A-AFD8-D13F1A9BDD5D}"/>
              </a:ext>
            </a:extLst>
          </p:cNvPr>
          <p:cNvSpPr>
            <a:spLocks noGrp="1"/>
          </p:cNvSpPr>
          <p:nvPr/>
        </p:nvSpPr>
        <p:spPr>
          <a:xfrm>
            <a:off x="10287000" y="32575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>
              <a:ext uri="{FF2B5EF4-FFF2-40B4-BE49-F238E27FC236}">
                <ns2:creationId id="{E36BEF24-60B8-4C49-9B8B-843349EF7939}"/>
              </a:ext>
            </a:extLst>
          </p:cNvPr>
          <p:cNvSpPr>
            <a:spLocks noGrp="1"/>
          </p:cNvSpPr>
          <p:nvPr/>
        </p:nvSpPr>
        <p:spPr>
          <a:xfrm>
            <a:off x="10287000" y="3257550"/>
            <a:ext cx="838200" cy="85725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>
              <a:ext uri="{FF2B5EF4-FFF2-40B4-BE49-F238E27FC236}">
                <ns2:creationId id="{00D251F3-9F18-4206-9FF2-76D639EFC4ED}"/>
              </a:ext>
            </a:extLst>
          </p:cNvPr>
          <p:cNvSpPr>
            <a:spLocks noGrp="1"/>
          </p:cNvSpPr>
          <p:nvPr/>
        </p:nvSpPr>
        <p:spPr>
          <a:xfrm>
            <a:off x="11430000" y="31623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">
            <a:extLst>
              <a:ext uri="{FF2B5EF4-FFF2-40B4-BE49-F238E27FC236}">
                <ns2:creationId id="{FBEEA5D3-1D22-449F-99A0-3EFCB5B67803}"/>
              </a:ext>
            </a:extLst>
          </p:cNvPr>
          <p:cNvSpPr>
            <a:spLocks noGrp="1"/>
          </p:cNvSpPr>
          <p:nvPr/>
        </p:nvSpPr>
        <p:spPr>
          <a:xfrm>
            <a:off x="6286500" y="36957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2" name="">
            <a:extLst>
              <a:ext uri="{FF2B5EF4-FFF2-40B4-BE49-F238E27FC236}">
                <ns2:creationId id="{CC013647-D2A4-4A5E-AF56-F87C0CA3AD90}"/>
              </a:ext>
            </a:extLst>
          </p:cNvPr>
          <p:cNvSpPr>
            <a:spLocks noGrp="1"/>
          </p:cNvSpPr>
          <p:nvPr/>
        </p:nvSpPr>
        <p:spPr>
          <a:xfrm>
            <a:off x="6648450" y="36957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">
            <a:extLst>
              <a:ext uri="{FF2B5EF4-FFF2-40B4-BE49-F238E27FC236}">
                <ns2:creationId id="{A649253B-88CF-4569-B13C-24733D31C1FD}"/>
              </a:ext>
            </a:extLst>
          </p:cNvPr>
          <p:cNvSpPr>
            <a:spLocks noGrp="1"/>
          </p:cNvSpPr>
          <p:nvPr/>
        </p:nvSpPr>
        <p:spPr>
          <a:xfrm>
            <a:off x="10287000" y="37909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>
              <a:ext uri="{FF2B5EF4-FFF2-40B4-BE49-F238E27FC236}">
                <ns2:creationId id="{0A082BB4-4230-4252-B0DF-077C0872F396}"/>
              </a:ext>
            </a:extLst>
          </p:cNvPr>
          <p:cNvSpPr>
            <a:spLocks noGrp="1"/>
          </p:cNvSpPr>
          <p:nvPr/>
        </p:nvSpPr>
        <p:spPr>
          <a:xfrm>
            <a:off x="10287000" y="3790950"/>
            <a:ext cx="869633" cy="85725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>
              <a:ext uri="{FF2B5EF4-FFF2-40B4-BE49-F238E27FC236}">
                <ns2:creationId id="{5C386D6C-D0D1-44C2-8801-34AB90CC562B}"/>
              </a:ext>
            </a:extLst>
          </p:cNvPr>
          <p:cNvSpPr>
            <a:spLocks noGrp="1"/>
          </p:cNvSpPr>
          <p:nvPr/>
        </p:nvSpPr>
        <p:spPr>
          <a:xfrm>
            <a:off x="11430000" y="36957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6" name="">
            <a:extLst>
              <a:ext uri="{FF2B5EF4-FFF2-40B4-BE49-F238E27FC236}">
                <ns2:creationId id="{E34DA411-75C5-4532-BE8E-5454CCB44195}"/>
              </a:ext>
            </a:extLst>
          </p:cNvPr>
          <p:cNvSpPr>
            <a:spLocks noGrp="1"/>
          </p:cNvSpPr>
          <p:nvPr/>
        </p:nvSpPr>
        <p:spPr>
          <a:xfrm>
            <a:off x="6286500" y="42291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">
            <a:extLst>
              <a:ext uri="{FF2B5EF4-FFF2-40B4-BE49-F238E27FC236}">
                <ns2:creationId id="{AD6353EE-BC59-46FD-A1D5-4A52E37D7EC1}"/>
              </a:ext>
            </a:extLst>
          </p:cNvPr>
          <p:cNvSpPr>
            <a:spLocks noGrp="1"/>
          </p:cNvSpPr>
          <p:nvPr/>
        </p:nvSpPr>
        <p:spPr>
          <a:xfrm>
            <a:off x="6648450" y="42291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">
            <a:extLst>
              <a:ext uri="{FF2B5EF4-FFF2-40B4-BE49-F238E27FC236}">
                <ns2:creationId id="{C368B088-F969-4A4E-8E49-CE4231D45E66}"/>
              </a:ext>
            </a:extLst>
          </p:cNvPr>
          <p:cNvSpPr>
            <a:spLocks noGrp="1"/>
          </p:cNvSpPr>
          <p:nvPr/>
        </p:nvSpPr>
        <p:spPr>
          <a:xfrm>
            <a:off x="10287000" y="43243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>
              <a:ext uri="{FF2B5EF4-FFF2-40B4-BE49-F238E27FC236}">
                <ns2:creationId id="{3991018C-7A1F-4940-9051-C01E04EA6386}"/>
              </a:ext>
            </a:extLst>
          </p:cNvPr>
          <p:cNvSpPr>
            <a:spLocks noGrp="1"/>
          </p:cNvSpPr>
          <p:nvPr/>
        </p:nvSpPr>
        <p:spPr>
          <a:xfrm>
            <a:off x="10287000" y="4324350"/>
            <a:ext cx="785813" cy="85725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>
              <a:ext uri="{FF2B5EF4-FFF2-40B4-BE49-F238E27FC236}">
                <ns2:creationId id="{DAFA4DDA-9AD9-49B4-9F8E-342E63ACA875}"/>
              </a:ext>
            </a:extLst>
          </p:cNvPr>
          <p:cNvSpPr>
            <a:spLocks noGrp="1"/>
          </p:cNvSpPr>
          <p:nvPr/>
        </p:nvSpPr>
        <p:spPr>
          <a:xfrm>
            <a:off x="11430000" y="42291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">
            <a:extLst>
              <a:ext uri="{FF2B5EF4-FFF2-40B4-BE49-F238E27FC236}">
                <ns2:creationId id="{E8679718-9AD5-4989-B70A-823B2135940C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2" name="">
            <a:extLst>
              <a:ext uri="{FF2B5EF4-FFF2-40B4-BE49-F238E27FC236}">
                <ns2:creationId id="{2CC7A6E1-4888-4CE3-9007-284F6A1BB69E}"/>
              </a:ext>
            </a:extLst>
          </p:cNvPr>
          <p:cNvSpPr>
            <a:spLocks noGrp="1"/>
          </p:cNvSpPr>
          <p:nvPr/>
        </p:nvSpPr>
        <p:spPr>
          <a:xfrm>
            <a:off x="6648450" y="47625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3" name="">
            <a:extLst>
              <a:ext uri="{FF2B5EF4-FFF2-40B4-BE49-F238E27FC236}">
                <ns2:creationId id="{A1214643-064F-463F-95D8-A55D19CF5C40}"/>
              </a:ext>
            </a:extLst>
          </p:cNvPr>
          <p:cNvSpPr>
            <a:spLocks noGrp="1"/>
          </p:cNvSpPr>
          <p:nvPr/>
        </p:nvSpPr>
        <p:spPr>
          <a:xfrm>
            <a:off x="10287000" y="4857750"/>
            <a:ext cx="1047750" cy="85725"/>
          </a:xfrm>
          <a:prstGeom prst="rect">
            <a:avLst/>
          </a:prstGeom>
          <a:solidFill>
            <a:srgbClr val="E7ED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>
              <a:ext uri="{FF2B5EF4-FFF2-40B4-BE49-F238E27FC236}">
                <ns2:creationId id="{79242863-8B7C-4045-AF43-CE5B85E20CD6}"/>
              </a:ext>
            </a:extLst>
          </p:cNvPr>
          <p:cNvSpPr>
            <a:spLocks noGrp="1"/>
          </p:cNvSpPr>
          <p:nvPr/>
        </p:nvSpPr>
        <p:spPr>
          <a:xfrm>
            <a:off x="10287000" y="4857750"/>
            <a:ext cx="712470" cy="85725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>
              <a:ext uri="{FF2B5EF4-FFF2-40B4-BE49-F238E27FC236}">
                <ns2:creationId id="{D25863B5-2C49-4294-ADD7-03DB4C14E885}"/>
              </a:ext>
            </a:extLst>
          </p:cNvPr>
          <p:cNvSpPr>
            <a:spLocks noGrp="1"/>
          </p:cNvSpPr>
          <p:nvPr/>
        </p:nvSpPr>
        <p:spPr>
          <a:xfrm>
            <a:off x="11430000" y="4762500"/>
            <a:ext cx="47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6" name="quote-12-项目门槛">
            <a:extLst>
              <a:ext uri="{FF2B5EF4-FFF2-40B4-BE49-F238E27FC236}">
                <ns2:creationId id="{DB7F0E7B-3EC0-4B3D-A5FD-711975E1690B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0572750" cy="7429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67" name="">
            <a:extLst>
              <a:ext uri="{FF2B5EF4-FFF2-40B4-BE49-F238E27FC236}">
                <ns2:creationId id="{0A1201D1-3549-471D-BD3E-F0F041754D6B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47625" cy="7429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>
              <a:ext uri="{FF2B5EF4-FFF2-40B4-BE49-F238E27FC236}">
                <ns2:creationId id="{191CDBF9-CB14-4952-A7F2-1FEC39146383}"/>
              </a:ext>
            </a:extLst>
          </p:cNvPr>
          <p:cNvSpPr>
            <a:spLocks noGrp="1"/>
          </p:cNvSpPr>
          <p:nvPr/>
        </p:nvSpPr>
        <p:spPr>
          <a:xfrm>
            <a:off x="838200" y="5638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9" name="">
            <a:extLst>
              <a:ext uri="{FF2B5EF4-FFF2-40B4-BE49-F238E27FC236}">
                <ns2:creationId id="{D29D0E63-FF59-4256-BBAF-9CD12C480C59}"/>
              </a:ext>
            </a:extLst>
          </p:cNvPr>
          <p:cNvSpPr>
            <a:spLocks noGrp="1"/>
          </p:cNvSpPr>
          <p:nvPr/>
        </p:nvSpPr>
        <p:spPr>
          <a:xfrm>
            <a:off x="838200" y="5848350"/>
            <a:ext cx="1022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0" name="footer-rule-12">
            <a:extLst>
              <a:ext uri="{FF2B5EF4-FFF2-40B4-BE49-F238E27FC236}">
                <ns2:creationId id="{3991529C-4F3A-4BF9-BF9F-FD301FC46226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footer-source-12">
            <a:extLst>
              <a:ext uri="{FF2B5EF4-FFF2-40B4-BE49-F238E27FC236}">
                <ns2:creationId id="{71BB0428-884B-4313-B294-218526EBEBDA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2" name="footer-page-12">
            <a:extLst>
              <a:ext uri="{FF2B5EF4-FFF2-40B4-BE49-F238E27FC236}">
                <ns2:creationId id="{8FB30903-76EB-4BB3-A144-76E28D470DE9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ns3:creationId val="203485457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3">
            <a:extLst>
              <a:ext uri="{FF2B5EF4-FFF2-40B4-BE49-F238E27FC236}">
                <ns2:creationId id="{9A1E54C6-37C2-491C-9C37-691D923464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>
              <a:ext uri="{FF2B5EF4-FFF2-40B4-BE49-F238E27FC236}">
                <ns2:creationId id="{C94C497B-5DEE-4A32-9F8A-40A2098E7E0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>
              <a:ext uri="{FF2B5EF4-FFF2-40B4-BE49-F238E27FC236}">
                <ns2:creationId id="{B3AA219F-15A7-4CB1-ADA3-B67126919089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验证与边界</a:t>
            </a:r>
          </a:p>
        </p:txBody>
      </p:sp>
      <p:sp>
        <p:nvSpPr>
          <p:cNvPr id="4" name="title-13">
            <a:extLst>
              <a:ext uri="{FF2B5EF4-FFF2-40B4-BE49-F238E27FC236}">
                <ns2:creationId id="{D0A1A761-9A12-4BD7-9F55-7A32FBD547E0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指标与安全边界让探索可复盘、可复制、可固化</a:t>
            </a:r>
          </a:p>
        </p:txBody>
      </p:sp>
      <p:sp>
        <p:nvSpPr>
          <p:cNvPr id="5" name="support-13">
            <a:extLst>
              <a:ext uri="{FF2B5EF4-FFF2-40B4-BE49-F238E27FC236}">
                <ns2:creationId id="{ABB3A9F6-6460-40C0-AB6D-4CF942DCD53A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会后交流不要求完美成果，但必须说明边界、问题和下一步。</a:t>
            </a:r>
          </a:p>
        </p:txBody>
      </p:sp>
      <p:sp>
        <p:nvSpPr>
          <p:cNvPr id="6" name="metric-proof-0">
            <a:extLst>
              <a:ext uri="{FF2B5EF4-FFF2-40B4-BE49-F238E27FC236}">
                <ns2:creationId id="{D6211560-2BC0-411E-B176-BF8EE25A7D2A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3333750" cy="10477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70FE96AA-AE17-4F07-8903-BD80689AEE5C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66675" cy="1047750"/>
          </a:xfrm>
          <a:prstGeom prst="rect">
            <a:avLst/>
          </a:prstGeom>
          <a:solidFill>
            <a:srgbClr val="2E75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FA50B034-9D94-42FE-ACB9-4AE9EDB56F3B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时间效率</a:t>
            </a:r>
          </a:p>
        </p:txBody>
      </p:sp>
      <p:sp>
        <p:nvSpPr>
          <p:cNvPr id="9" name="">
            <a:extLst>
              <a:ext uri="{FF2B5EF4-FFF2-40B4-BE49-F238E27FC236}">
                <ns2:creationId id="{245932EE-621C-47F4-800E-48806FD920C7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处理时长、等待时长</a:t>
            </a:r>
          </a:p>
        </p:txBody>
      </p:sp>
      <p:sp>
        <p:nvSpPr>
          <p:cNvPr id="10" name="metric-proof-1">
            <a:extLst>
              <a:ext uri="{FF2B5EF4-FFF2-40B4-BE49-F238E27FC236}">
                <ns2:creationId id="{DDC5581A-E442-480E-A580-9425D2D007D4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3333750" cy="10477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B4B854B1-4918-4F99-8F44-F5011CBAB8E9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66675" cy="10477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224E46F3-614E-4B60-A2DB-568753CE6471}"/>
              </a:ext>
            </a:extLst>
          </p:cNvPr>
          <p:cNvSpPr>
            <a:spLocks noGrp="1"/>
          </p:cNvSpPr>
          <p:nvPr/>
        </p:nvSpPr>
        <p:spPr>
          <a:xfrm>
            <a:off x="4514850" y="2419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质量提升</a:t>
            </a:r>
          </a:p>
        </p:txBody>
      </p:sp>
      <p:sp>
        <p:nvSpPr>
          <p:cNvPr id="13" name="">
            <a:extLst>
              <a:ext uri="{FF2B5EF4-FFF2-40B4-BE49-F238E27FC236}">
                <ns2:creationId id="{1C0D2F44-F292-47DA-8C19-22902B6E9BAD}"/>
              </a:ext>
            </a:extLst>
          </p:cNvPr>
          <p:cNvSpPr>
            <a:spLocks noGrp="1"/>
          </p:cNvSpPr>
          <p:nvPr/>
        </p:nvSpPr>
        <p:spPr>
          <a:xfrm>
            <a:off x="4514850" y="27622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完整率、准确率、采用率</a:t>
            </a:r>
          </a:p>
        </p:txBody>
      </p:sp>
      <p:sp>
        <p:nvSpPr>
          <p:cNvPr id="14" name="metric-proof-2">
            <a:extLst>
              <a:ext uri="{FF2B5EF4-FFF2-40B4-BE49-F238E27FC236}">
                <ns2:creationId id="{C76B8381-FCE7-4AA7-832F-4295BCF51AE3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3333750" cy="10477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F2FE3215-A78D-49EA-AC1C-94CF1889CECD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66675" cy="10477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430FF697-5CF9-4DD1-A394-274AAB6E3E5E}"/>
              </a:ext>
            </a:extLst>
          </p:cNvPr>
          <p:cNvSpPr>
            <a:spLocks noGrp="1"/>
          </p:cNvSpPr>
          <p:nvPr/>
        </p:nvSpPr>
        <p:spPr>
          <a:xfrm>
            <a:off x="8229600" y="2419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差错控制</a:t>
            </a:r>
          </a:p>
        </p:txBody>
      </p:sp>
      <p:sp>
        <p:nvSpPr>
          <p:cNvPr id="17" name="">
            <a:extLst>
              <a:ext uri="{FF2B5EF4-FFF2-40B4-BE49-F238E27FC236}">
                <ns2:creationId id="{FCA9C9D7-9C00-4D89-AB32-905E59BC4CDA}"/>
              </a:ext>
            </a:extLst>
          </p:cNvPr>
          <p:cNvSpPr>
            <a:spLocks noGrp="1"/>
          </p:cNvSpPr>
          <p:nvPr/>
        </p:nvSpPr>
        <p:spPr>
          <a:xfrm>
            <a:off x="8229600" y="27622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缺项数、退回次数</a:t>
            </a:r>
          </a:p>
        </p:txBody>
      </p:sp>
      <p:sp>
        <p:nvSpPr>
          <p:cNvPr id="18" name="metric-proof-3">
            <a:extLst>
              <a:ext uri="{FF2B5EF4-FFF2-40B4-BE49-F238E27FC236}">
                <ns2:creationId id="{C5C1BEC5-6583-4B70-A711-8D493B907906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3333750" cy="1047750"/>
          </a:xfrm>
          <a:prstGeom prst="rect">
            <a:avLst/>
          </a:prstGeom>
          <a:solidFill>
            <a:srgbClr val="EAF2F8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1E4A3DE2-44C9-48DE-A30E-5063041C6EA2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66675" cy="1047750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0D93747F-6223-4619-B5DF-489E7E3AD3C1}"/>
              </a:ext>
            </a:extLst>
          </p:cNvPr>
          <p:cNvSpPr>
            <a:spLocks noGrp="1"/>
          </p:cNvSpPr>
          <p:nvPr/>
        </p:nvSpPr>
        <p:spPr>
          <a:xfrm>
            <a:off x="800100" y="37719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流程改善</a:t>
            </a:r>
          </a:p>
        </p:txBody>
      </p:sp>
      <p:sp>
        <p:nvSpPr>
          <p:cNvPr id="21" name="">
            <a:extLst>
              <a:ext uri="{FF2B5EF4-FFF2-40B4-BE49-F238E27FC236}">
                <ns2:creationId id="{D1F39C5D-CB5D-4CB8-BD1B-223FCAFF4D33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步骤减少、提醒覆盖</a:t>
            </a:r>
          </a:p>
        </p:txBody>
      </p:sp>
      <p:sp>
        <p:nvSpPr>
          <p:cNvPr id="22" name="metric-proof-4">
            <a:extLst>
              <a:ext uri="{FF2B5EF4-FFF2-40B4-BE49-F238E27FC236}">
                <ns2:creationId id="{B010F39D-00E9-47AE-A4C9-C2D2B1DFF05E}"/>
              </a:ext>
            </a:extLst>
          </p:cNvPr>
          <p:cNvSpPr>
            <a:spLocks noGrp="1"/>
          </p:cNvSpPr>
          <p:nvPr/>
        </p:nvSpPr>
        <p:spPr>
          <a:xfrm>
            <a:off x="4286250" y="3562350"/>
            <a:ext cx="3333750" cy="1047750"/>
          </a:xfrm>
          <a:prstGeom prst="rect">
            <a:avLst/>
          </a:prstGeom>
          <a:solidFill>
            <a:srgbClr val="EDF7F0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EC3376A5-1B6B-491C-9ADE-F87E4076A56F}"/>
              </a:ext>
            </a:extLst>
          </p:cNvPr>
          <p:cNvSpPr>
            <a:spLocks noGrp="1"/>
          </p:cNvSpPr>
          <p:nvPr/>
        </p:nvSpPr>
        <p:spPr>
          <a:xfrm>
            <a:off x="4286250" y="3562350"/>
            <a:ext cx="66675" cy="104775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F16D02CD-2FE8-441D-8FF7-8715F4DE2B6F}"/>
              </a:ext>
            </a:extLst>
          </p:cNvPr>
          <p:cNvSpPr>
            <a:spLocks noGrp="1"/>
          </p:cNvSpPr>
          <p:nvPr/>
        </p:nvSpPr>
        <p:spPr>
          <a:xfrm>
            <a:off x="4514850" y="37719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体验反馈</a:t>
            </a:r>
          </a:p>
        </p:txBody>
      </p:sp>
      <p:sp>
        <p:nvSpPr>
          <p:cNvPr id="25" name="">
            <a:extLst>
              <a:ext uri="{FF2B5EF4-FFF2-40B4-BE49-F238E27FC236}">
                <ns2:creationId id="{BB7416E4-B115-4487-9E82-3A73FE8B475C}"/>
              </a:ext>
            </a:extLst>
          </p:cNvPr>
          <p:cNvSpPr>
            <a:spLocks noGrp="1"/>
          </p:cNvSpPr>
          <p:nvPr/>
        </p:nvSpPr>
        <p:spPr>
          <a:xfrm>
            <a:off x="4514850" y="41148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员工上手难度和复用意愿</a:t>
            </a:r>
          </a:p>
        </p:txBody>
      </p:sp>
      <p:sp>
        <p:nvSpPr>
          <p:cNvPr id="26" name="metric-proof-5">
            <a:extLst>
              <a:ext uri="{FF2B5EF4-FFF2-40B4-BE49-F238E27FC236}">
                <ns2:creationId id="{4E90E06F-8980-4330-AD41-2F824E3BDC5C}"/>
              </a:ext>
            </a:extLst>
          </p:cNvPr>
          <p:cNvSpPr>
            <a:spLocks noGrp="1"/>
          </p:cNvSpPr>
          <p:nvPr/>
        </p:nvSpPr>
        <p:spPr>
          <a:xfrm>
            <a:off x="8001000" y="3562350"/>
            <a:ext cx="3333750" cy="1047750"/>
          </a:xfrm>
          <a:prstGeom prst="rect">
            <a:avLst/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EA3BFDBB-FDAF-4372-97E2-7DB148668D70}"/>
              </a:ext>
            </a:extLst>
          </p:cNvPr>
          <p:cNvSpPr>
            <a:spLocks noGrp="1"/>
          </p:cNvSpPr>
          <p:nvPr/>
        </p:nvSpPr>
        <p:spPr>
          <a:xfrm>
            <a:off x="8001000" y="3562350"/>
            <a:ext cx="66675" cy="1047750"/>
          </a:xfrm>
          <a:prstGeom prst="rect">
            <a:avLst/>
          </a:prstGeom>
          <a:solidFill>
            <a:srgbClr val="B07A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12F07765-4A39-41A4-AAE7-60EF68C5D20F}"/>
              </a:ext>
            </a:extLst>
          </p:cNvPr>
          <p:cNvSpPr>
            <a:spLocks noGrp="1"/>
          </p:cNvSpPr>
          <p:nvPr/>
        </p:nvSpPr>
        <p:spPr>
          <a:xfrm>
            <a:off x="8229600" y="37719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29" name="">
            <a:extLst>
              <a:ext uri="{FF2B5EF4-FFF2-40B4-BE49-F238E27FC236}">
                <ns2:creationId id="{30D4DBA1-F1C4-4EAD-9C35-A002A32EDA46}"/>
              </a:ext>
            </a:extLst>
          </p:cNvPr>
          <p:cNvSpPr>
            <a:spLocks noGrp="1"/>
          </p:cNvSpPr>
          <p:nvPr/>
        </p:nvSpPr>
        <p:spPr>
          <a:xfrm>
            <a:off x="8229600" y="41148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数据、权限、人工复核</a:t>
            </a:r>
          </a:p>
        </p:txBody>
      </p:sp>
      <p:sp>
        <p:nvSpPr>
          <p:cNvPr id="30" name="quote-13-安全要求">
            <a:extLst>
              <a:ext uri="{FF2B5EF4-FFF2-40B4-BE49-F238E27FC236}">
                <ns2:creationId id="{E7FC6C81-C848-4372-80C7-4B9D5C7D2FB0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10668000" cy="742950"/>
          </a:xfrm>
          <a:prstGeom prst="rect">
            <a:avLst/>
          </a:prstGeom>
          <a:solidFill>
            <a:srgbClr val="FCEEEE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600A63A9-231D-478F-8E26-DB3FA7D8A1CF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47625" cy="742950"/>
          </a:xfrm>
          <a:prstGeom prst="rect">
            <a:avLst/>
          </a:prstGeom>
          <a:solidFill>
            <a:srgbClr val="A4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BCCCAAED-1D17-48A2-AD5E-775F443F239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平台固化</a:t>
            </a:r>
          </a:p>
        </p:txBody>
      </p:sp>
      <p:sp>
        <p:nvSpPr>
          <p:cNvPr id="33" name="">
            <a:extLst>
              <a:ext uri="{FF2B5EF4-FFF2-40B4-BE49-F238E27FC236}">
                <ns2:creationId id="{C85C0228-3BC7-4A84-A7E3-7B382217F36F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325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OA模块候选要确认权限和运维责任</a:t>
            </a:r>
          </a:p>
        </p:txBody>
      </p:sp>
      <p:sp>
        <p:nvSpPr>
          <p:cNvPr id="34" name="footer-rule-13">
            <a:extLst>
              <a:ext uri="{FF2B5EF4-FFF2-40B4-BE49-F238E27FC236}">
                <ns2:creationId id="{54BA7983-5108-48FE-B05A-E5C05E5F4750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ooter-source-13">
            <a:extLst>
              <a:ext uri="{FF2B5EF4-FFF2-40B4-BE49-F238E27FC236}">
                <ns2:creationId id="{A9BE024C-CE05-490F-85EF-200B32C36DFE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薪火计划</a:t>
            </a:r>
          </a:p>
        </p:txBody>
      </p:sp>
      <p:sp>
        <p:nvSpPr>
          <p:cNvPr id="36" name="footer-page-13">
            <a:extLst>
              <a:ext uri="{FF2B5EF4-FFF2-40B4-BE49-F238E27FC236}">
                <ns2:creationId id="{8D896CDD-DC91-4A06-9597-2E49FA409B68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把经验沉淀为录屏和知识库</a:t>
            </a:r>
          </a:p>
        </p:txBody>
      </p:sp>
    </p:spTree>
    <p:extLst>
      <p:ext uri="{BB962C8B-B14F-4D97-AF65-F5344CB8AC3E}">
        <ns3:creationId val="64418093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background-14">
            <a:extLst>
              <a:ext uri="{FF2B5EF4-FFF2-40B4-BE49-F238E27FC236}">
                <ns2:creationId id="{6C27C04B-05D8-4E72-AAFB-92F3DF4C7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>
              <a:ext uri="{FF2B5EF4-FFF2-40B4-BE49-F238E27FC236}">
                <ns2:creationId id="{3A49E338-5DE1-4FB8-AE67-CC78A217B63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3810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>
              <a:ext uri="{FF2B5EF4-FFF2-40B4-BE49-F238E27FC236}">
                <ns2:creationId id="{B403DCB7-896E-4386-B517-0804DDA1C0A2}"/>
              </a:ext>
            </a:extLst>
          </p:cNvPr>
          <p:cNvSpPr>
            <a:spLocks noGrp="1"/>
          </p:cNvSpPr>
          <p:nvPr/>
        </p:nvSpPr>
        <p:spPr>
          <a:xfrm>
            <a:off x="628650" y="23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4" name="title-14">
            <a:extLst>
              <a:ext uri="{FF2B5EF4-FFF2-40B4-BE49-F238E27FC236}">
                <ns2:creationId id="{DB1B9D02-5BA4-4796-B16A-B8110F9D2DC4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76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按领导方案启动竹网行动闭环</a:t>
            </a:r>
          </a:p>
        </p:txBody>
      </p:sp>
      <p:sp>
        <p:nvSpPr>
          <p:cNvPr id="5" name="support-14">
            <a:extLst>
              <a:ext uri="{FF2B5EF4-FFF2-40B4-BE49-F238E27FC236}">
                <ns2:creationId id="{AA4E379B-2407-45FF-A64F-CAFA8A121BAE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先启动协会和单位方向，再用薪火计划补能力，用平台协同固化成熟场景。</a:t>
            </a:r>
          </a:p>
        </p:txBody>
      </p:sp>
      <p:sp>
        <p:nvSpPr>
          <p:cNvPr id="6" name="stage-14-0">
            <a:extLst>
              <a:ext uri="{FF2B5EF4-FFF2-40B4-BE49-F238E27FC236}">
                <ns2:creationId id="{74A316B6-37A2-4F7E-B4B9-586584EF5A32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204216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431CA39A-526E-4797-B4C8-53CF3AE86019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>
              <a:ext uri="{FF2B5EF4-FFF2-40B4-BE49-F238E27FC236}">
                <ns2:creationId id="{F8D4671F-7636-4A4D-8EDD-99416EF15F45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18135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协会招募</a:t>
            </a:r>
          </a:p>
        </p:txBody>
      </p:sp>
      <p:sp>
        <p:nvSpPr>
          <p:cNvPr id="9" name="">
            <a:extLst>
              <a:ext uri="{FF2B5EF4-FFF2-40B4-BE49-F238E27FC236}">
                <ns2:creationId id="{14832F3F-1404-4340-8005-3F0041AFEAE6}"/>
              </a:ext>
            </a:extLst>
          </p:cNvPr>
          <p:cNvSpPr>
            <a:spLocks noGrp="1"/>
          </p:cNvSpPr>
          <p:nvPr/>
        </p:nvSpPr>
        <p:spPr>
          <a:xfrm>
            <a:off x="876300" y="3324225"/>
            <a:ext cx="18135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发布公告，成员入群</a:t>
            </a:r>
          </a:p>
        </p:txBody>
      </p:sp>
      <p:sp>
        <p:nvSpPr>
          <p:cNvPr id="10" name="stage-link-14-0">
            <a:extLst>
              <a:ext uri="{FF2B5EF4-FFF2-40B4-BE49-F238E27FC236}">
                <ns2:creationId id="{22AAB3A6-57F0-4695-B796-49B222690D57}"/>
              </a:ext>
            </a:extLst>
          </p:cNvPr>
          <p:cNvSpPr>
            <a:spLocks noGrp="1"/>
          </p:cNvSpPr>
          <p:nvPr/>
        </p:nvSpPr>
        <p:spPr>
          <a:xfrm>
            <a:off x="2804160" y="314325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14-1">
            <a:extLst>
              <a:ext uri="{FF2B5EF4-FFF2-40B4-BE49-F238E27FC236}">
                <ns2:creationId id="{15CE151C-E7E1-4F5F-9BE5-2986FB13CC3E}"/>
              </a:ext>
            </a:extLst>
          </p:cNvPr>
          <p:cNvSpPr>
            <a:spLocks noGrp="1"/>
          </p:cNvSpPr>
          <p:nvPr/>
        </p:nvSpPr>
        <p:spPr>
          <a:xfrm>
            <a:off x="2918460" y="2667000"/>
            <a:ext cx="204216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6C2DC6BC-8E91-409A-87DE-0EF73DCEBF55}"/>
              </a:ext>
            </a:extLst>
          </p:cNvPr>
          <p:cNvSpPr>
            <a:spLocks noGrp="1"/>
          </p:cNvSpPr>
          <p:nvPr/>
        </p:nvSpPr>
        <p:spPr>
          <a:xfrm>
            <a:off x="3032760" y="27813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>
              <a:ext uri="{FF2B5EF4-FFF2-40B4-BE49-F238E27FC236}">
                <ns2:creationId id="{1AE87100-ECED-44B4-86CA-88CB453EB5B6}"/>
              </a:ext>
            </a:extLst>
          </p:cNvPr>
          <p:cNvSpPr>
            <a:spLocks noGrp="1"/>
          </p:cNvSpPr>
          <p:nvPr/>
        </p:nvSpPr>
        <p:spPr>
          <a:xfrm>
            <a:off x="3032760" y="3028950"/>
            <a:ext cx="18135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工具支持</a:t>
            </a:r>
          </a:p>
        </p:txBody>
      </p:sp>
      <p:sp>
        <p:nvSpPr>
          <p:cNvPr id="14" name="">
            <a:extLst>
              <a:ext uri="{FF2B5EF4-FFF2-40B4-BE49-F238E27FC236}">
                <ns2:creationId id="{00777147-2536-4B00-8388-AB861B0BF863}"/>
              </a:ext>
            </a:extLst>
          </p:cNvPr>
          <p:cNvSpPr>
            <a:spLocks noGrp="1"/>
          </p:cNvSpPr>
          <p:nvPr/>
        </p:nvSpPr>
        <p:spPr>
          <a:xfrm>
            <a:off x="3032760" y="3324225"/>
            <a:ext cx="18135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3万元/年，使用换分享</a:t>
            </a:r>
          </a:p>
        </p:txBody>
      </p:sp>
      <p:sp>
        <p:nvSpPr>
          <p:cNvPr id="15" name="stage-link-14-1">
            <a:extLst>
              <a:ext uri="{FF2B5EF4-FFF2-40B4-BE49-F238E27FC236}">
                <ns2:creationId id="{7BBC88AA-34AD-4FC8-86DA-53DB7C237273}"/>
              </a:ext>
            </a:extLst>
          </p:cNvPr>
          <p:cNvSpPr>
            <a:spLocks noGrp="1"/>
          </p:cNvSpPr>
          <p:nvPr/>
        </p:nvSpPr>
        <p:spPr>
          <a:xfrm>
            <a:off x="4960620" y="314325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14-2">
            <a:extLst>
              <a:ext uri="{FF2B5EF4-FFF2-40B4-BE49-F238E27FC236}">
                <ns2:creationId id="{87C6265D-FC59-4E28-B1B5-8BFD06BFA26A}"/>
              </a:ext>
            </a:extLst>
          </p:cNvPr>
          <p:cNvSpPr>
            <a:spLocks noGrp="1"/>
          </p:cNvSpPr>
          <p:nvPr/>
        </p:nvSpPr>
        <p:spPr>
          <a:xfrm>
            <a:off x="5074920" y="2667000"/>
            <a:ext cx="204216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F7D5B17F-8464-4062-A9BF-598A98477D01}"/>
              </a:ext>
            </a:extLst>
          </p:cNvPr>
          <p:cNvSpPr>
            <a:spLocks noGrp="1"/>
          </p:cNvSpPr>
          <p:nvPr/>
        </p:nvSpPr>
        <p:spPr>
          <a:xfrm>
            <a:off x="5189220" y="27813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>
              <a:ext uri="{FF2B5EF4-FFF2-40B4-BE49-F238E27FC236}">
                <ns2:creationId id="{DD66EF06-3002-45D5-A450-B183B4FD11B5}"/>
              </a:ext>
            </a:extLst>
          </p:cNvPr>
          <p:cNvSpPr>
            <a:spLocks noGrp="1"/>
          </p:cNvSpPr>
          <p:nvPr/>
        </p:nvSpPr>
        <p:spPr>
          <a:xfrm>
            <a:off x="5189220" y="3028950"/>
            <a:ext cx="18135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单位确认</a:t>
            </a:r>
          </a:p>
        </p:txBody>
      </p:sp>
      <p:sp>
        <p:nvSpPr>
          <p:cNvPr id="19" name="">
            <a:extLst>
              <a:ext uri="{FF2B5EF4-FFF2-40B4-BE49-F238E27FC236}">
                <ns2:creationId id="{09C0199A-66C4-4EB7-937F-FE641B5DFAF8}"/>
              </a:ext>
            </a:extLst>
          </p:cNvPr>
          <p:cNvSpPr>
            <a:spLocks noGrp="1"/>
          </p:cNvSpPr>
          <p:nvPr/>
        </p:nvSpPr>
        <p:spPr>
          <a:xfrm>
            <a:off x="5189220" y="3324225"/>
            <a:ext cx="18135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AI对接人和2-3个探索方向</a:t>
            </a:r>
          </a:p>
        </p:txBody>
      </p:sp>
      <p:sp>
        <p:nvSpPr>
          <p:cNvPr id="20" name="stage-link-14-2">
            <a:extLst>
              <a:ext uri="{FF2B5EF4-FFF2-40B4-BE49-F238E27FC236}">
                <ns2:creationId id="{FA4B51A2-EC07-4E82-939C-D7517B3045A9}"/>
              </a:ext>
            </a:extLst>
          </p:cNvPr>
          <p:cNvSpPr>
            <a:spLocks noGrp="1"/>
          </p:cNvSpPr>
          <p:nvPr/>
        </p:nvSpPr>
        <p:spPr>
          <a:xfrm>
            <a:off x="7117080" y="314325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tage-14-3">
            <a:extLst>
              <a:ext uri="{FF2B5EF4-FFF2-40B4-BE49-F238E27FC236}">
                <ns2:creationId id="{52EDD2BA-99D5-45E1-9619-8AB508C37E8F}"/>
              </a:ext>
            </a:extLst>
          </p:cNvPr>
          <p:cNvSpPr>
            <a:spLocks noGrp="1"/>
          </p:cNvSpPr>
          <p:nvPr/>
        </p:nvSpPr>
        <p:spPr>
          <a:xfrm>
            <a:off x="7231380" y="2667000"/>
            <a:ext cx="204216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06853C8A-1C05-4C3F-8002-11F6A179E880}"/>
              </a:ext>
            </a:extLst>
          </p:cNvPr>
          <p:cNvSpPr>
            <a:spLocks noGrp="1"/>
          </p:cNvSpPr>
          <p:nvPr/>
        </p:nvSpPr>
        <p:spPr>
          <a:xfrm>
            <a:off x="7345680" y="27813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>
              <a:ext uri="{FF2B5EF4-FFF2-40B4-BE49-F238E27FC236}">
                <ns2:creationId id="{5107C2DA-C3A6-4280-8BE4-4E5353957807}"/>
              </a:ext>
            </a:extLst>
          </p:cNvPr>
          <p:cNvSpPr>
            <a:spLocks noGrp="1"/>
          </p:cNvSpPr>
          <p:nvPr/>
        </p:nvSpPr>
        <p:spPr>
          <a:xfrm>
            <a:off x="7345680" y="3028950"/>
            <a:ext cx="18135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一页纸计划</a:t>
            </a:r>
          </a:p>
        </p:txBody>
      </p:sp>
      <p:sp>
        <p:nvSpPr>
          <p:cNvPr id="24" name="">
            <a:extLst>
              <a:ext uri="{FF2B5EF4-FFF2-40B4-BE49-F238E27FC236}">
                <ns2:creationId id="{96918267-FCEB-410F-BA9B-163DA9FA7CC3}"/>
              </a:ext>
            </a:extLst>
          </p:cNvPr>
          <p:cNvSpPr>
            <a:spLocks noGrp="1"/>
          </p:cNvSpPr>
          <p:nvPr/>
        </p:nvSpPr>
        <p:spPr>
          <a:xfrm>
            <a:off x="7345680" y="3324225"/>
            <a:ext cx="18135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说明探索、收获和支持需求</a:t>
            </a:r>
          </a:p>
        </p:txBody>
      </p:sp>
      <p:sp>
        <p:nvSpPr>
          <p:cNvPr id="25" name="stage-link-14-3">
            <a:extLst>
              <a:ext uri="{FF2B5EF4-FFF2-40B4-BE49-F238E27FC236}">
                <ns2:creationId id="{E54A818A-4963-4BD0-8CEC-A971E5C3FED4}"/>
              </a:ext>
            </a:extLst>
          </p:cNvPr>
          <p:cNvSpPr>
            <a:spLocks noGrp="1"/>
          </p:cNvSpPr>
          <p:nvPr/>
        </p:nvSpPr>
        <p:spPr>
          <a:xfrm>
            <a:off x="9273540" y="3143250"/>
            <a:ext cx="114300" cy="28575"/>
          </a:xfrm>
          <a:prstGeom prst="rect">
            <a:avLst/>
          </a:prstGeom>
          <a:solidFill>
            <a:srgbClr val="2A7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tage-14-4">
            <a:extLst>
              <a:ext uri="{FF2B5EF4-FFF2-40B4-BE49-F238E27FC236}">
                <ns2:creationId id="{93D9FAE2-46D8-4BDF-8566-29903E3D7EA7}"/>
              </a:ext>
            </a:extLst>
          </p:cNvPr>
          <p:cNvSpPr>
            <a:spLocks noGrp="1"/>
          </p:cNvSpPr>
          <p:nvPr/>
        </p:nvSpPr>
        <p:spPr>
          <a:xfrm>
            <a:off x="9387840" y="2667000"/>
            <a:ext cx="2042160" cy="1428750"/>
          </a:xfrm>
          <a:prstGeom prst="rect">
            <a:avLst/>
          </a:prstGeom>
          <a:solidFill>
            <a:srgbClr val="183B5B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ACE08A19-2762-4B5E-9164-7092BF4A36D9}"/>
              </a:ext>
            </a:extLst>
          </p:cNvPr>
          <p:cNvSpPr>
            <a:spLocks noGrp="1"/>
          </p:cNvSpPr>
          <p:nvPr/>
        </p:nvSpPr>
        <p:spPr>
          <a:xfrm>
            <a:off x="9502140" y="27813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>
              <a:ext uri="{FF2B5EF4-FFF2-40B4-BE49-F238E27FC236}">
                <ns2:creationId id="{BAB73F8E-99C1-43E6-9016-622E255F9D3D}"/>
              </a:ext>
            </a:extLst>
          </p:cNvPr>
          <p:cNvSpPr>
            <a:spLocks noGrp="1"/>
          </p:cNvSpPr>
          <p:nvPr/>
        </p:nvSpPr>
        <p:spPr>
          <a:xfrm>
            <a:off x="9502140" y="3028950"/>
            <a:ext cx="18135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AI应用交流会</a:t>
            </a:r>
          </a:p>
        </p:txBody>
      </p:sp>
      <p:sp>
        <p:nvSpPr>
          <p:cNvPr id="29" name="">
            <a:extLst>
              <a:ext uri="{FF2B5EF4-FFF2-40B4-BE49-F238E27FC236}">
                <ns2:creationId id="{9CC9D14E-5ECF-4A4C-B88F-879245D0E3CA}"/>
              </a:ext>
            </a:extLst>
          </p:cNvPr>
          <p:cNvSpPr>
            <a:spLocks noGrp="1"/>
          </p:cNvSpPr>
          <p:nvPr/>
        </p:nvSpPr>
        <p:spPr>
          <a:xfrm>
            <a:off x="9502140" y="3324225"/>
            <a:ext cx="18135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分享进展、问题和方向调整</a:t>
            </a:r>
          </a:p>
        </p:txBody>
      </p:sp>
      <p:sp>
        <p:nvSpPr>
          <p:cNvPr id="30" name="next-step-callout">
            <a:extLst>
              <a:ext uri="{FF2B5EF4-FFF2-40B4-BE49-F238E27FC236}">
                <ns2:creationId id="{30D03741-8579-4692-862A-12C2C9B2B2F2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0668000" cy="685800"/>
          </a:xfrm>
          <a:prstGeom prst="rect">
            <a:avLst/>
          </a:prstGeom>
          <a:solidFill>
            <a:srgbClr val="183B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21912F5B-7106-4DED-8DC6-7FF719ED9811}"/>
              </a:ext>
            </a:extLst>
          </p:cNvPr>
          <p:cNvSpPr>
            <a:spLocks noGrp="1"/>
          </p:cNvSpPr>
          <p:nvPr/>
        </p:nvSpPr>
        <p:spPr>
          <a:xfrm>
            <a:off x="1047750" y="4914900"/>
            <a:ext cx="1009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footer-rule-14">
            <a:extLst>
              <a:ext uri="{FF2B5EF4-FFF2-40B4-BE49-F238E27FC236}">
                <ns2:creationId id="{58269EED-4FCE-4EE5-ACE4-7B97BF8566FF}"/>
              </a:ext>
            </a:extLst>
          </p:cNvPr>
          <p:cNvSpPr>
            <a:spLocks noGrp="1"/>
          </p:cNvSpPr>
          <p:nvPr/>
        </p:nvSpPr>
        <p:spPr>
          <a:xfrm>
            <a:off x="495300" y="6496050"/>
            <a:ext cx="11201400" cy="9525"/>
          </a:xfrm>
          <a:prstGeom prst="rect">
            <a:avLst/>
          </a:prstGeom>
          <a:solidFill>
            <a:srgbClr val="3653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ooter-source-14">
            <a:extLst>
              <a:ext uri="{FF2B5EF4-FFF2-40B4-BE49-F238E27FC236}">
                <ns2:creationId id="{E24F8353-1D55-485B-868E-7ED558CF3BB1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标杆复制</a:t>
            </a:r>
          </a:p>
        </p:txBody>
      </p:sp>
      <p:sp>
        <p:nvSpPr>
          <p:cNvPr id="34" name="footer-page-14">
            <a:extLst>
              <a:ext uri="{FF2B5EF4-FFF2-40B4-BE49-F238E27FC236}">
                <ns2:creationId id="{80BBE66E-437B-4F5E-8EEB-027E862041F6}"/>
              </a:ext>
            </a:extLst>
          </p:cNvPr>
          <p:cNvSpPr>
            <a:spLocks noGrp="1"/>
          </p:cNvSpPr>
          <p:nvPr/>
        </p:nvSpPr>
        <p:spPr>
          <a:xfrm>
            <a:off x="11106150" y="65532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跨单位经验复制</a:t>
            </a:r>
          </a:p>
        </p:txBody>
      </p:sp>
    </p:spTree>
    <p:extLst>
      <p:ext uri="{BB962C8B-B14F-4D97-AF65-F5344CB8AC3E}">
        <ns3:creationId val="1666644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2026-06-03T07:41:55.6800000Z</dcterms:created>
  <dcterms:modified xsi:type="dcterms:W3CDTF">2026-06-03T07:41:55.6800000Z</dcterms:modified>
</coreProperties>
</file>